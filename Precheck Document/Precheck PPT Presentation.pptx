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305" r:id="rId2"/>
    <p:sldId id="257" r:id="rId3"/>
    <p:sldId id="288" r:id="rId4"/>
    <p:sldId id="295" r:id="rId5"/>
    <p:sldId id="304" r:id="rId6"/>
    <p:sldId id="296" r:id="rId7"/>
    <p:sldId id="300" r:id="rId8"/>
    <p:sldId id="266" r:id="rId9"/>
    <p:sldId id="291" r:id="rId10"/>
    <p:sldId id="298" r:id="rId11"/>
    <p:sldId id="301" r:id="rId12"/>
    <p:sldId id="299" r:id="rId13"/>
    <p:sldId id="303" r:id="rId14"/>
  </p:sldIdLst>
  <p:sldSz cx="18288000" cy="10287000"/>
  <p:notesSz cx="6858000" cy="9144000"/>
  <p:embeddedFontLst>
    <p:embeddedFont>
      <p:font typeface="Nunito Sans" pitchFamily="2" charset="0"/>
      <p:regular r:id="rId16"/>
      <p:bold r:id="rId17"/>
      <p:italic r:id="rId18"/>
      <p:boldItalic r:id="rId19"/>
    </p:embeddedFont>
    <p:embeddedFont>
      <p:font typeface="Nunito Sans Bold" pitchFamily="2" charset="0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8CE"/>
    <a:srgbClr val="1E2A4A"/>
    <a:srgbClr val="9BB2FB"/>
    <a:srgbClr val="D1D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5" autoAdjust="0"/>
  </p:normalViewPr>
  <p:slideViewPr>
    <p:cSldViewPr>
      <p:cViewPr varScale="1">
        <p:scale>
          <a:sx n="43" d="100"/>
          <a:sy n="43" d="100"/>
        </p:scale>
        <p:origin x="93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365CB1-8BA0-45B0-8001-A762C7849557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9E2F217-686D-4DA3-93F1-FFC2250208D9}">
      <dgm:prSet phldrT="[Text]" custT="1"/>
      <dgm:spPr/>
      <dgm:t>
        <a:bodyPr/>
        <a:lstStyle/>
        <a:p>
          <a:r>
            <a:rPr lang="en-US" sz="3600" b="1">
              <a:latin typeface="Nunito Sans" pitchFamily="2" charset="0"/>
              <a:ea typeface="Cambria" pitchFamily="34" charset="-122"/>
              <a:cs typeface="Cambria" pitchFamily="34" charset="-120"/>
            </a:rPr>
            <a:t>99%</a:t>
          </a:r>
          <a:endParaRPr lang="en-US" sz="3600" dirty="0">
            <a:latin typeface="Nunito Sans" pitchFamily="2" charset="0"/>
          </a:endParaRPr>
        </a:p>
      </dgm:t>
    </dgm:pt>
    <dgm:pt modelId="{00675191-30AE-43B2-8967-0C7F78D4099A}" type="parTrans" cxnId="{C4D24350-04D4-48A0-BDCB-88D46747BF1C}">
      <dgm:prSet/>
      <dgm:spPr/>
      <dgm:t>
        <a:bodyPr/>
        <a:lstStyle/>
        <a:p>
          <a:endParaRPr lang="en-US"/>
        </a:p>
      </dgm:t>
    </dgm:pt>
    <dgm:pt modelId="{12DB07A7-275D-416B-9643-2D085FE2DB45}" type="sibTrans" cxnId="{C4D24350-04D4-48A0-BDCB-88D46747BF1C}">
      <dgm:prSet/>
      <dgm:spPr/>
      <dgm:t>
        <a:bodyPr/>
        <a:lstStyle/>
        <a:p>
          <a:endParaRPr lang="en-US"/>
        </a:p>
      </dgm:t>
    </dgm:pt>
    <dgm:pt modelId="{1ACEDA96-EBDC-4979-8378-0881A92194B6}">
      <dgm:prSet phldrT="[Text]" custT="1"/>
      <dgm:spPr/>
      <dgm:t>
        <a:bodyPr/>
        <a:lstStyle/>
        <a:p>
          <a:r>
            <a:rPr lang="en-US" sz="2400" b="1" dirty="0">
              <a:latin typeface="Nunito Sans" pitchFamily="2" charset="0"/>
              <a:ea typeface="Calibri" pitchFamily="34" charset="-122"/>
              <a:cs typeface="Calibri" pitchFamily="34" charset="-120"/>
            </a:rPr>
            <a:t>Verification accuracy</a:t>
          </a:r>
          <a:endParaRPr lang="en-US" sz="2400" dirty="0">
            <a:latin typeface="Nunito Sans" pitchFamily="2" charset="0"/>
          </a:endParaRPr>
        </a:p>
      </dgm:t>
    </dgm:pt>
    <dgm:pt modelId="{E890E631-ECE3-4DA8-9300-91908E52FAE3}" type="parTrans" cxnId="{8BFADB47-411A-4584-B56B-43E6E09D6435}">
      <dgm:prSet/>
      <dgm:spPr/>
      <dgm:t>
        <a:bodyPr/>
        <a:lstStyle/>
        <a:p>
          <a:endParaRPr lang="en-US"/>
        </a:p>
      </dgm:t>
    </dgm:pt>
    <dgm:pt modelId="{4A715C2C-A6E4-42BC-BA56-E38F622C0986}" type="sibTrans" cxnId="{8BFADB47-411A-4584-B56B-43E6E09D6435}">
      <dgm:prSet/>
      <dgm:spPr/>
      <dgm:t>
        <a:bodyPr/>
        <a:lstStyle/>
        <a:p>
          <a:endParaRPr lang="en-US"/>
        </a:p>
      </dgm:t>
    </dgm:pt>
    <dgm:pt modelId="{45F27882-7BAD-4061-B0F7-54859246A64F}">
      <dgm:prSet phldrT="[Text]" custT="1"/>
      <dgm:spPr/>
      <dgm:t>
        <a:bodyPr/>
        <a:lstStyle/>
        <a:p>
          <a:r>
            <a:rPr lang="en-US" sz="3600" b="1">
              <a:latin typeface="Nunito Sans" pitchFamily="2" charset="0"/>
              <a:ea typeface="Cambria" pitchFamily="34" charset="-122"/>
              <a:cs typeface="Cambria" pitchFamily="34" charset="-120"/>
            </a:rPr>
            <a:t>2-4</a:t>
          </a:r>
          <a:endParaRPr lang="en-US" sz="3600" dirty="0">
            <a:latin typeface="Nunito Sans" pitchFamily="2" charset="0"/>
          </a:endParaRPr>
        </a:p>
      </dgm:t>
    </dgm:pt>
    <dgm:pt modelId="{DE1011E5-6BAB-4D9D-81DD-51524F7A51D1}" type="parTrans" cxnId="{287B163C-9873-4D9E-998E-567CCA860D6B}">
      <dgm:prSet/>
      <dgm:spPr/>
      <dgm:t>
        <a:bodyPr/>
        <a:lstStyle/>
        <a:p>
          <a:endParaRPr lang="en-US"/>
        </a:p>
      </dgm:t>
    </dgm:pt>
    <dgm:pt modelId="{70C37A07-8B50-4D0C-8C77-4EDE3728AF03}" type="sibTrans" cxnId="{287B163C-9873-4D9E-998E-567CCA860D6B}">
      <dgm:prSet/>
      <dgm:spPr/>
      <dgm:t>
        <a:bodyPr/>
        <a:lstStyle/>
        <a:p>
          <a:endParaRPr lang="en-US"/>
        </a:p>
      </dgm:t>
    </dgm:pt>
    <dgm:pt modelId="{299C2D43-B8DC-4456-B2FF-75299AC6F4F2}">
      <dgm:prSet phldrT="[Text]" custT="1"/>
      <dgm:spPr/>
      <dgm:t>
        <a:bodyPr/>
        <a:lstStyle/>
        <a:p>
          <a:r>
            <a:rPr lang="en-US" sz="2400" b="1" dirty="0">
              <a:latin typeface="Nunito Sans" pitchFamily="2" charset="0"/>
              <a:ea typeface="Calibri" pitchFamily="34" charset="-122"/>
              <a:cs typeface="Calibri" pitchFamily="34" charset="-120"/>
            </a:rPr>
            <a:t>Weeks to go live</a:t>
          </a:r>
          <a:endParaRPr lang="en-US" sz="2400" dirty="0">
            <a:latin typeface="Nunito Sans" pitchFamily="2" charset="0"/>
          </a:endParaRPr>
        </a:p>
      </dgm:t>
    </dgm:pt>
    <dgm:pt modelId="{74728622-ADD4-4987-AE5D-2EF40E364A66}" type="parTrans" cxnId="{BA291896-4B62-4293-8A15-68E918EA242C}">
      <dgm:prSet/>
      <dgm:spPr/>
      <dgm:t>
        <a:bodyPr/>
        <a:lstStyle/>
        <a:p>
          <a:endParaRPr lang="en-US"/>
        </a:p>
      </dgm:t>
    </dgm:pt>
    <dgm:pt modelId="{0C17DBA8-A603-47A8-8110-2A303C4C143E}" type="sibTrans" cxnId="{BA291896-4B62-4293-8A15-68E918EA242C}">
      <dgm:prSet/>
      <dgm:spPr/>
      <dgm:t>
        <a:bodyPr/>
        <a:lstStyle/>
        <a:p>
          <a:endParaRPr lang="en-US"/>
        </a:p>
      </dgm:t>
    </dgm:pt>
    <dgm:pt modelId="{FE188EF7-7E7D-4DBD-ADB8-F4E8C53351EF}">
      <dgm:prSet phldrT="[Text]" custT="1"/>
      <dgm:spPr/>
      <dgm:t>
        <a:bodyPr/>
        <a:lstStyle/>
        <a:p>
          <a:r>
            <a:rPr lang="en-US" sz="3600" b="1">
              <a:latin typeface="Nunito Sans" pitchFamily="2" charset="0"/>
              <a:ea typeface="Cambria" pitchFamily="34" charset="-122"/>
              <a:cs typeface="Cambria" pitchFamily="34" charset="-120"/>
            </a:rPr>
            <a:t>80%</a:t>
          </a:r>
          <a:endParaRPr lang="en-US" sz="3600" dirty="0">
            <a:latin typeface="Nunito Sans" pitchFamily="2" charset="0"/>
          </a:endParaRPr>
        </a:p>
      </dgm:t>
    </dgm:pt>
    <dgm:pt modelId="{E97DFE25-B8D6-48FD-A663-CFC83B468B21}" type="parTrans" cxnId="{F387FAE5-272A-4C75-A00F-5CD3AF7A79C1}">
      <dgm:prSet/>
      <dgm:spPr/>
      <dgm:t>
        <a:bodyPr/>
        <a:lstStyle/>
        <a:p>
          <a:endParaRPr lang="en-US"/>
        </a:p>
      </dgm:t>
    </dgm:pt>
    <dgm:pt modelId="{32BA408E-CD5E-46C9-ADB6-D29D016D3428}" type="sibTrans" cxnId="{F387FAE5-272A-4C75-A00F-5CD3AF7A79C1}">
      <dgm:prSet/>
      <dgm:spPr/>
      <dgm:t>
        <a:bodyPr/>
        <a:lstStyle/>
        <a:p>
          <a:endParaRPr lang="en-US"/>
        </a:p>
      </dgm:t>
    </dgm:pt>
    <dgm:pt modelId="{96A68A1F-34E3-4D13-9B84-76495C7EE658}">
      <dgm:prSet phldrT="[Text]" custT="1"/>
      <dgm:spPr/>
      <dgm:t>
        <a:bodyPr/>
        <a:lstStyle/>
        <a:p>
          <a:r>
            <a:rPr lang="en-US" sz="2400" b="1" dirty="0">
              <a:latin typeface="Nunito Sans" pitchFamily="2" charset="0"/>
              <a:ea typeface="Calibri" pitchFamily="34" charset="-122"/>
              <a:cs typeface="Calibri" pitchFamily="34" charset="-120"/>
            </a:rPr>
            <a:t>Fewer mapping mistake</a:t>
          </a:r>
          <a:endParaRPr lang="en-US" sz="2400" dirty="0">
            <a:latin typeface="Nunito Sans" pitchFamily="2" charset="0"/>
          </a:endParaRPr>
        </a:p>
      </dgm:t>
    </dgm:pt>
    <dgm:pt modelId="{7E1812E8-F506-49AF-BEFD-D2B560666AD3}" type="parTrans" cxnId="{8495200D-D729-453A-A1BD-14048786BE31}">
      <dgm:prSet/>
      <dgm:spPr/>
      <dgm:t>
        <a:bodyPr/>
        <a:lstStyle/>
        <a:p>
          <a:endParaRPr lang="en-US"/>
        </a:p>
      </dgm:t>
    </dgm:pt>
    <dgm:pt modelId="{C1ADC51C-1B3D-48AB-997A-A2A497382642}" type="sibTrans" cxnId="{8495200D-D729-453A-A1BD-14048786BE31}">
      <dgm:prSet/>
      <dgm:spPr/>
      <dgm:t>
        <a:bodyPr/>
        <a:lstStyle/>
        <a:p>
          <a:endParaRPr lang="en-US"/>
        </a:p>
      </dgm:t>
    </dgm:pt>
    <dgm:pt modelId="{F68ACBD2-73FD-4DAD-8F15-0FA3705C416F}" type="pres">
      <dgm:prSet presAssocID="{73365CB1-8BA0-45B0-8001-A762C7849557}" presName="Name0" presStyleCnt="0">
        <dgm:presLayoutVars>
          <dgm:dir/>
          <dgm:animLvl val="lvl"/>
          <dgm:resizeHandles val="exact"/>
        </dgm:presLayoutVars>
      </dgm:prSet>
      <dgm:spPr/>
    </dgm:pt>
    <dgm:pt modelId="{D545F53C-B795-4EAF-8737-50B9E5F4FBC6}" type="pres">
      <dgm:prSet presAssocID="{99E2F217-686D-4DA3-93F1-FFC2250208D9}" presName="composite" presStyleCnt="0"/>
      <dgm:spPr/>
    </dgm:pt>
    <dgm:pt modelId="{83BDE6E4-CB9B-4BF3-9BB1-A3D02ED97996}" type="pres">
      <dgm:prSet presAssocID="{99E2F217-686D-4DA3-93F1-FFC2250208D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1CF92B8-FB23-4BD8-A5A2-F4B58FDE9427}" type="pres">
      <dgm:prSet presAssocID="{99E2F217-686D-4DA3-93F1-FFC2250208D9}" presName="desTx" presStyleLbl="alignAccFollowNode1" presStyleIdx="0" presStyleCnt="3">
        <dgm:presLayoutVars>
          <dgm:bulletEnabled val="1"/>
        </dgm:presLayoutVars>
      </dgm:prSet>
      <dgm:spPr/>
    </dgm:pt>
    <dgm:pt modelId="{70B9D4A9-96D9-4C46-AF9F-84B03FC56EF0}" type="pres">
      <dgm:prSet presAssocID="{12DB07A7-275D-416B-9643-2D085FE2DB45}" presName="space" presStyleCnt="0"/>
      <dgm:spPr/>
    </dgm:pt>
    <dgm:pt modelId="{0BFDD1AB-EF42-4237-9A43-A023D0701AB7}" type="pres">
      <dgm:prSet presAssocID="{45F27882-7BAD-4061-B0F7-54859246A64F}" presName="composite" presStyleCnt="0"/>
      <dgm:spPr/>
    </dgm:pt>
    <dgm:pt modelId="{D1E67156-5AAA-411A-9160-86160D137BDC}" type="pres">
      <dgm:prSet presAssocID="{45F27882-7BAD-4061-B0F7-54859246A64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0082A4F-9207-465C-887E-037BE4D307BC}" type="pres">
      <dgm:prSet presAssocID="{45F27882-7BAD-4061-B0F7-54859246A64F}" presName="desTx" presStyleLbl="alignAccFollowNode1" presStyleIdx="1" presStyleCnt="3">
        <dgm:presLayoutVars>
          <dgm:bulletEnabled val="1"/>
        </dgm:presLayoutVars>
      </dgm:prSet>
      <dgm:spPr/>
    </dgm:pt>
    <dgm:pt modelId="{7BBEC9AE-C57F-40D7-8BAE-A9421E68BCA7}" type="pres">
      <dgm:prSet presAssocID="{70C37A07-8B50-4D0C-8C77-4EDE3728AF03}" presName="space" presStyleCnt="0"/>
      <dgm:spPr/>
    </dgm:pt>
    <dgm:pt modelId="{CBAA8618-1BB5-40D3-A273-9DEC2F4AFDDC}" type="pres">
      <dgm:prSet presAssocID="{FE188EF7-7E7D-4DBD-ADB8-F4E8C53351EF}" presName="composite" presStyleCnt="0"/>
      <dgm:spPr/>
    </dgm:pt>
    <dgm:pt modelId="{75F90E60-641A-4B61-B41D-B456F912B46D}" type="pres">
      <dgm:prSet presAssocID="{FE188EF7-7E7D-4DBD-ADB8-F4E8C53351E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7455DCD-28B5-4813-938C-E50DDF44A761}" type="pres">
      <dgm:prSet presAssocID="{FE188EF7-7E7D-4DBD-ADB8-F4E8C53351E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D07E20C-9A65-4E31-A721-355420A12140}" type="presOf" srcId="{73365CB1-8BA0-45B0-8001-A762C7849557}" destId="{F68ACBD2-73FD-4DAD-8F15-0FA3705C416F}" srcOrd="0" destOrd="0" presId="urn:microsoft.com/office/officeart/2005/8/layout/hList1"/>
    <dgm:cxn modelId="{8495200D-D729-453A-A1BD-14048786BE31}" srcId="{FE188EF7-7E7D-4DBD-ADB8-F4E8C53351EF}" destId="{96A68A1F-34E3-4D13-9B84-76495C7EE658}" srcOrd="0" destOrd="0" parTransId="{7E1812E8-F506-49AF-BEFD-D2B560666AD3}" sibTransId="{C1ADC51C-1B3D-48AB-997A-A2A497382642}"/>
    <dgm:cxn modelId="{CA2E1E36-84FB-4B4E-BA01-CC61CDBC0CF3}" type="presOf" srcId="{1ACEDA96-EBDC-4979-8378-0881A92194B6}" destId="{21CF92B8-FB23-4BD8-A5A2-F4B58FDE9427}" srcOrd="0" destOrd="0" presId="urn:microsoft.com/office/officeart/2005/8/layout/hList1"/>
    <dgm:cxn modelId="{287B163C-9873-4D9E-998E-567CCA860D6B}" srcId="{73365CB1-8BA0-45B0-8001-A762C7849557}" destId="{45F27882-7BAD-4061-B0F7-54859246A64F}" srcOrd="1" destOrd="0" parTransId="{DE1011E5-6BAB-4D9D-81DD-51524F7A51D1}" sibTransId="{70C37A07-8B50-4D0C-8C77-4EDE3728AF03}"/>
    <dgm:cxn modelId="{8BFADB47-411A-4584-B56B-43E6E09D6435}" srcId="{99E2F217-686D-4DA3-93F1-FFC2250208D9}" destId="{1ACEDA96-EBDC-4979-8378-0881A92194B6}" srcOrd="0" destOrd="0" parTransId="{E890E631-ECE3-4DA8-9300-91908E52FAE3}" sibTransId="{4A715C2C-A6E4-42BC-BA56-E38F622C0986}"/>
    <dgm:cxn modelId="{852F2B68-B32B-4F98-BBB8-6ADC8FC15F2E}" type="presOf" srcId="{99E2F217-686D-4DA3-93F1-FFC2250208D9}" destId="{83BDE6E4-CB9B-4BF3-9BB1-A3D02ED97996}" srcOrd="0" destOrd="0" presId="urn:microsoft.com/office/officeart/2005/8/layout/hList1"/>
    <dgm:cxn modelId="{C4D24350-04D4-48A0-BDCB-88D46747BF1C}" srcId="{73365CB1-8BA0-45B0-8001-A762C7849557}" destId="{99E2F217-686D-4DA3-93F1-FFC2250208D9}" srcOrd="0" destOrd="0" parTransId="{00675191-30AE-43B2-8967-0C7F78D4099A}" sibTransId="{12DB07A7-275D-416B-9643-2D085FE2DB45}"/>
    <dgm:cxn modelId="{BA291896-4B62-4293-8A15-68E918EA242C}" srcId="{45F27882-7BAD-4061-B0F7-54859246A64F}" destId="{299C2D43-B8DC-4456-B2FF-75299AC6F4F2}" srcOrd="0" destOrd="0" parTransId="{74728622-ADD4-4987-AE5D-2EF40E364A66}" sibTransId="{0C17DBA8-A603-47A8-8110-2A303C4C143E}"/>
    <dgm:cxn modelId="{C3E755A5-D977-400B-A002-EB425A919ABD}" type="presOf" srcId="{96A68A1F-34E3-4D13-9B84-76495C7EE658}" destId="{97455DCD-28B5-4813-938C-E50DDF44A761}" srcOrd="0" destOrd="0" presId="urn:microsoft.com/office/officeart/2005/8/layout/hList1"/>
    <dgm:cxn modelId="{C3847ACA-8CE8-4029-AFFB-ACC58DBBC5D9}" type="presOf" srcId="{FE188EF7-7E7D-4DBD-ADB8-F4E8C53351EF}" destId="{75F90E60-641A-4B61-B41D-B456F912B46D}" srcOrd="0" destOrd="0" presId="urn:microsoft.com/office/officeart/2005/8/layout/hList1"/>
    <dgm:cxn modelId="{440E06D5-55B5-4350-92FA-7F15361A579F}" type="presOf" srcId="{45F27882-7BAD-4061-B0F7-54859246A64F}" destId="{D1E67156-5AAA-411A-9160-86160D137BDC}" srcOrd="0" destOrd="0" presId="urn:microsoft.com/office/officeart/2005/8/layout/hList1"/>
    <dgm:cxn modelId="{6ECF5DE2-4007-4C6B-BE2C-5B381855AF49}" type="presOf" srcId="{299C2D43-B8DC-4456-B2FF-75299AC6F4F2}" destId="{D0082A4F-9207-465C-887E-037BE4D307BC}" srcOrd="0" destOrd="0" presId="urn:microsoft.com/office/officeart/2005/8/layout/hList1"/>
    <dgm:cxn modelId="{F387FAE5-272A-4C75-A00F-5CD3AF7A79C1}" srcId="{73365CB1-8BA0-45B0-8001-A762C7849557}" destId="{FE188EF7-7E7D-4DBD-ADB8-F4E8C53351EF}" srcOrd="2" destOrd="0" parTransId="{E97DFE25-B8D6-48FD-A663-CFC83B468B21}" sibTransId="{32BA408E-CD5E-46C9-ADB6-D29D016D3428}"/>
    <dgm:cxn modelId="{9BFB7A8B-BA7A-4D0C-A677-9094EE08B826}" type="presParOf" srcId="{F68ACBD2-73FD-4DAD-8F15-0FA3705C416F}" destId="{D545F53C-B795-4EAF-8737-50B9E5F4FBC6}" srcOrd="0" destOrd="0" presId="urn:microsoft.com/office/officeart/2005/8/layout/hList1"/>
    <dgm:cxn modelId="{AA088473-1B2B-4F4B-88B3-612CB2796109}" type="presParOf" srcId="{D545F53C-B795-4EAF-8737-50B9E5F4FBC6}" destId="{83BDE6E4-CB9B-4BF3-9BB1-A3D02ED97996}" srcOrd="0" destOrd="0" presId="urn:microsoft.com/office/officeart/2005/8/layout/hList1"/>
    <dgm:cxn modelId="{2C52181B-E4CD-49B7-86AB-C9B7CF9078A8}" type="presParOf" srcId="{D545F53C-B795-4EAF-8737-50B9E5F4FBC6}" destId="{21CF92B8-FB23-4BD8-A5A2-F4B58FDE9427}" srcOrd="1" destOrd="0" presId="urn:microsoft.com/office/officeart/2005/8/layout/hList1"/>
    <dgm:cxn modelId="{F30C8E6A-BD91-4FC2-8501-1B238D972844}" type="presParOf" srcId="{F68ACBD2-73FD-4DAD-8F15-0FA3705C416F}" destId="{70B9D4A9-96D9-4C46-AF9F-84B03FC56EF0}" srcOrd="1" destOrd="0" presId="urn:microsoft.com/office/officeart/2005/8/layout/hList1"/>
    <dgm:cxn modelId="{735DD1CB-1C85-4B74-9CAA-868844E3D4D9}" type="presParOf" srcId="{F68ACBD2-73FD-4DAD-8F15-0FA3705C416F}" destId="{0BFDD1AB-EF42-4237-9A43-A023D0701AB7}" srcOrd="2" destOrd="0" presId="urn:microsoft.com/office/officeart/2005/8/layout/hList1"/>
    <dgm:cxn modelId="{78230FDE-65AF-44F0-B786-04F893A30050}" type="presParOf" srcId="{0BFDD1AB-EF42-4237-9A43-A023D0701AB7}" destId="{D1E67156-5AAA-411A-9160-86160D137BDC}" srcOrd="0" destOrd="0" presId="urn:microsoft.com/office/officeart/2005/8/layout/hList1"/>
    <dgm:cxn modelId="{F47AAE54-9B49-479C-AA0A-5CF4CC873854}" type="presParOf" srcId="{0BFDD1AB-EF42-4237-9A43-A023D0701AB7}" destId="{D0082A4F-9207-465C-887E-037BE4D307BC}" srcOrd="1" destOrd="0" presId="urn:microsoft.com/office/officeart/2005/8/layout/hList1"/>
    <dgm:cxn modelId="{1BE76DC3-8C77-4857-B0C3-C542905D9575}" type="presParOf" srcId="{F68ACBD2-73FD-4DAD-8F15-0FA3705C416F}" destId="{7BBEC9AE-C57F-40D7-8BAE-A9421E68BCA7}" srcOrd="3" destOrd="0" presId="urn:microsoft.com/office/officeart/2005/8/layout/hList1"/>
    <dgm:cxn modelId="{CBFDE5FB-13B8-4D5C-98D9-938B595C0DF6}" type="presParOf" srcId="{F68ACBD2-73FD-4DAD-8F15-0FA3705C416F}" destId="{CBAA8618-1BB5-40D3-A273-9DEC2F4AFDDC}" srcOrd="4" destOrd="0" presId="urn:microsoft.com/office/officeart/2005/8/layout/hList1"/>
    <dgm:cxn modelId="{19C924DB-3918-4F73-9C6D-F932A9A11FB5}" type="presParOf" srcId="{CBAA8618-1BB5-40D3-A273-9DEC2F4AFDDC}" destId="{75F90E60-641A-4B61-B41D-B456F912B46D}" srcOrd="0" destOrd="0" presId="urn:microsoft.com/office/officeart/2005/8/layout/hList1"/>
    <dgm:cxn modelId="{54BC1837-46B4-45C5-8024-D75543944260}" type="presParOf" srcId="{CBAA8618-1BB5-40D3-A273-9DEC2F4AFDDC}" destId="{97455DCD-28B5-4813-938C-E50DDF44A7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34B9EE-AC6C-4B93-81CE-208305A97023}" type="doc">
      <dgm:prSet loTypeId="urn:microsoft.com/office/officeart/2008/layout/AlternatingHexagons" loCatId="list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EE68750-48CC-4849-B61F-E05B5FF02DB6}">
      <dgm:prSet phldrT="[Text]"/>
      <dgm:spPr/>
      <dgm:t>
        <a:bodyPr/>
        <a:lstStyle/>
        <a:p>
          <a:r>
            <a:rPr lang="en-US" dirty="0"/>
            <a:t>Material Requisition</a:t>
          </a:r>
        </a:p>
      </dgm:t>
    </dgm:pt>
    <dgm:pt modelId="{5AF9C249-20C4-4427-94DA-682C4A9B7868}" type="parTrans" cxnId="{B110A2F1-0F42-428D-BCB9-B6FA9A7B0257}">
      <dgm:prSet/>
      <dgm:spPr/>
      <dgm:t>
        <a:bodyPr/>
        <a:lstStyle/>
        <a:p>
          <a:endParaRPr lang="en-US"/>
        </a:p>
      </dgm:t>
    </dgm:pt>
    <dgm:pt modelId="{C1F99739-4255-46FB-B10A-25F8CC9402D0}" type="sibTrans" cxnId="{B110A2F1-0F42-428D-BCB9-B6FA9A7B0257}">
      <dgm:prSet/>
      <dgm:spPr/>
      <dgm:t>
        <a:bodyPr/>
        <a:lstStyle/>
        <a:p>
          <a:endParaRPr lang="en-US"/>
        </a:p>
      </dgm:t>
    </dgm:pt>
    <dgm:pt modelId="{D79C527B-3E5A-4EEE-95FB-B3FA8A305942}">
      <dgm:prSet phldrT="[Text]"/>
      <dgm:spPr/>
      <dgm:t>
        <a:bodyPr/>
        <a:lstStyle/>
        <a:p>
          <a:r>
            <a:rPr lang="en-US" dirty="0"/>
            <a:t>QR Generation &amp; scanning </a:t>
          </a:r>
        </a:p>
      </dgm:t>
    </dgm:pt>
    <dgm:pt modelId="{8C90C1AC-A240-4F98-859B-6C7DFB156629}" type="parTrans" cxnId="{62E22819-7A6C-499F-A41C-03E7F0E4A33F}">
      <dgm:prSet/>
      <dgm:spPr/>
      <dgm:t>
        <a:bodyPr/>
        <a:lstStyle/>
        <a:p>
          <a:endParaRPr lang="en-US"/>
        </a:p>
      </dgm:t>
    </dgm:pt>
    <dgm:pt modelId="{123D44D4-B4E5-4847-B891-1C76509BD2EE}" type="sibTrans" cxnId="{62E22819-7A6C-499F-A41C-03E7F0E4A33F}">
      <dgm:prSet/>
      <dgm:spPr/>
      <dgm:t>
        <a:bodyPr/>
        <a:lstStyle/>
        <a:p>
          <a:endParaRPr lang="en-US"/>
        </a:p>
      </dgm:t>
    </dgm:pt>
    <dgm:pt modelId="{AF7A39A7-C2D8-42D8-A06B-66C865393A7F}">
      <dgm:prSet phldrT="[Text]"/>
      <dgm:spPr/>
      <dgm:t>
        <a:bodyPr/>
        <a:lstStyle/>
        <a:p>
          <a:r>
            <a:rPr lang="en-US" dirty="0"/>
            <a:t>BOM &amp; Component    verification</a:t>
          </a:r>
        </a:p>
      </dgm:t>
    </dgm:pt>
    <dgm:pt modelId="{E3B57DC5-4767-48E4-83DF-C44291C476C3}" type="parTrans" cxnId="{6FD33E58-320F-4621-AF14-F45E8149A177}">
      <dgm:prSet/>
      <dgm:spPr/>
      <dgm:t>
        <a:bodyPr/>
        <a:lstStyle/>
        <a:p>
          <a:endParaRPr lang="en-US"/>
        </a:p>
      </dgm:t>
    </dgm:pt>
    <dgm:pt modelId="{297F3493-ABE4-4243-AB8B-63A54A489379}" type="sibTrans" cxnId="{6FD33E58-320F-4621-AF14-F45E8149A177}">
      <dgm:prSet/>
      <dgm:spPr/>
      <dgm:t>
        <a:bodyPr/>
        <a:lstStyle/>
        <a:p>
          <a:endParaRPr lang="en-US"/>
        </a:p>
      </dgm:t>
    </dgm:pt>
    <dgm:pt modelId="{7D9DC0B3-87F9-436E-A41B-1A023A82D948}" type="pres">
      <dgm:prSet presAssocID="{7D34B9EE-AC6C-4B93-81CE-208305A97023}" presName="Name0" presStyleCnt="0">
        <dgm:presLayoutVars>
          <dgm:chMax/>
          <dgm:chPref/>
          <dgm:dir/>
          <dgm:animLvl val="lvl"/>
        </dgm:presLayoutVars>
      </dgm:prSet>
      <dgm:spPr/>
    </dgm:pt>
    <dgm:pt modelId="{AD3973DE-2033-4B31-B86E-2E26619408B4}" type="pres">
      <dgm:prSet presAssocID="{CEE68750-48CC-4849-B61F-E05B5FF02DB6}" presName="composite" presStyleCnt="0"/>
      <dgm:spPr/>
    </dgm:pt>
    <dgm:pt modelId="{2CA9AEBD-7927-4529-9455-941BBAAC5922}" type="pres">
      <dgm:prSet presAssocID="{CEE68750-48CC-4849-B61F-E05B5FF02DB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D738DC1A-441E-4EB6-BFDB-1B8D2893B3F8}" type="pres">
      <dgm:prSet presAssocID="{CEE68750-48CC-4849-B61F-E05B5FF02DB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80DFEE9-34A8-4431-A470-2B386AB8923E}" type="pres">
      <dgm:prSet presAssocID="{CEE68750-48CC-4849-B61F-E05B5FF02DB6}" presName="BalanceSpacing" presStyleCnt="0"/>
      <dgm:spPr/>
    </dgm:pt>
    <dgm:pt modelId="{C14226F8-7A2D-4A57-8E52-C40AB8D82E41}" type="pres">
      <dgm:prSet presAssocID="{CEE68750-48CC-4849-B61F-E05B5FF02DB6}" presName="BalanceSpacing1" presStyleCnt="0"/>
      <dgm:spPr/>
    </dgm:pt>
    <dgm:pt modelId="{B2606FC5-2CEB-4CDF-9A50-66B91EE6FE08}" type="pres">
      <dgm:prSet presAssocID="{C1F99739-4255-46FB-B10A-25F8CC9402D0}" presName="Accent1Text" presStyleLbl="node1" presStyleIdx="1" presStyleCnt="6"/>
      <dgm:spPr/>
    </dgm:pt>
    <dgm:pt modelId="{B2A9E63B-6515-45AB-99C9-A0F0382693F1}" type="pres">
      <dgm:prSet presAssocID="{C1F99739-4255-46FB-B10A-25F8CC9402D0}" presName="spaceBetweenRectangles" presStyleCnt="0"/>
      <dgm:spPr/>
    </dgm:pt>
    <dgm:pt modelId="{20F7C7FC-F4EF-467E-AD26-837AA439F53E}" type="pres">
      <dgm:prSet presAssocID="{D79C527B-3E5A-4EEE-95FB-B3FA8A305942}" presName="composite" presStyleCnt="0"/>
      <dgm:spPr/>
    </dgm:pt>
    <dgm:pt modelId="{DFE539C8-D039-4763-9EB7-8FDCAD29D740}" type="pres">
      <dgm:prSet presAssocID="{D79C527B-3E5A-4EEE-95FB-B3FA8A305942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B47050E1-1F2E-4E23-AA29-7B73501AF1D7}" type="pres">
      <dgm:prSet presAssocID="{D79C527B-3E5A-4EEE-95FB-B3FA8A305942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1571955-BCF3-4C8B-B2EB-7CAA165C68D8}" type="pres">
      <dgm:prSet presAssocID="{D79C527B-3E5A-4EEE-95FB-B3FA8A305942}" presName="BalanceSpacing" presStyleCnt="0"/>
      <dgm:spPr/>
    </dgm:pt>
    <dgm:pt modelId="{21BC8B9C-38FF-42F8-9F9B-83F5DA4A40BB}" type="pres">
      <dgm:prSet presAssocID="{D79C527B-3E5A-4EEE-95FB-B3FA8A305942}" presName="BalanceSpacing1" presStyleCnt="0"/>
      <dgm:spPr/>
    </dgm:pt>
    <dgm:pt modelId="{330D1578-DAC3-4374-8DE4-4959319A54FE}" type="pres">
      <dgm:prSet presAssocID="{123D44D4-B4E5-4847-B891-1C76509BD2EE}" presName="Accent1Text" presStyleLbl="node1" presStyleIdx="3" presStyleCnt="6"/>
      <dgm:spPr/>
    </dgm:pt>
    <dgm:pt modelId="{FC1D6517-0EAE-4F5C-9A6B-01764FB54490}" type="pres">
      <dgm:prSet presAssocID="{123D44D4-B4E5-4847-B891-1C76509BD2EE}" presName="spaceBetweenRectangles" presStyleCnt="0"/>
      <dgm:spPr/>
    </dgm:pt>
    <dgm:pt modelId="{B8D6F9FE-B15D-403F-92D8-EF8D1CD065D4}" type="pres">
      <dgm:prSet presAssocID="{AF7A39A7-C2D8-42D8-A06B-66C865393A7F}" presName="composite" presStyleCnt="0"/>
      <dgm:spPr/>
    </dgm:pt>
    <dgm:pt modelId="{083BC4C5-61EA-4ACA-A44F-90009A6CFEC2}" type="pres">
      <dgm:prSet presAssocID="{AF7A39A7-C2D8-42D8-A06B-66C865393A7F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29CC0CCF-F615-436B-AC35-E3E61BB5495A}" type="pres">
      <dgm:prSet presAssocID="{AF7A39A7-C2D8-42D8-A06B-66C865393A7F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89F32D1-066A-4091-95AB-B1C95D3983C5}" type="pres">
      <dgm:prSet presAssocID="{AF7A39A7-C2D8-42D8-A06B-66C865393A7F}" presName="BalanceSpacing" presStyleCnt="0"/>
      <dgm:spPr/>
    </dgm:pt>
    <dgm:pt modelId="{7E6157AE-786E-41DB-8F1C-C1A4FB0D70C7}" type="pres">
      <dgm:prSet presAssocID="{AF7A39A7-C2D8-42D8-A06B-66C865393A7F}" presName="BalanceSpacing1" presStyleCnt="0"/>
      <dgm:spPr/>
    </dgm:pt>
    <dgm:pt modelId="{0C273EB0-A5E1-4DCE-80F9-CE091959BD61}" type="pres">
      <dgm:prSet presAssocID="{297F3493-ABE4-4243-AB8B-63A54A489379}" presName="Accent1Text" presStyleLbl="node1" presStyleIdx="5" presStyleCnt="6"/>
      <dgm:spPr/>
    </dgm:pt>
  </dgm:ptLst>
  <dgm:cxnLst>
    <dgm:cxn modelId="{62E22819-7A6C-499F-A41C-03E7F0E4A33F}" srcId="{7D34B9EE-AC6C-4B93-81CE-208305A97023}" destId="{D79C527B-3E5A-4EEE-95FB-B3FA8A305942}" srcOrd="1" destOrd="0" parTransId="{8C90C1AC-A240-4F98-859B-6C7DFB156629}" sibTransId="{123D44D4-B4E5-4847-B891-1C76509BD2EE}"/>
    <dgm:cxn modelId="{5C656E20-7166-40C9-8E23-8F7F5CD1DBDD}" type="presOf" srcId="{123D44D4-B4E5-4847-B891-1C76509BD2EE}" destId="{330D1578-DAC3-4374-8DE4-4959319A54FE}" srcOrd="0" destOrd="0" presId="urn:microsoft.com/office/officeart/2008/layout/AlternatingHexagons"/>
    <dgm:cxn modelId="{317F5A61-A14C-430A-95DC-46C64DC9FE5D}" type="presOf" srcId="{C1F99739-4255-46FB-B10A-25F8CC9402D0}" destId="{B2606FC5-2CEB-4CDF-9A50-66B91EE6FE08}" srcOrd="0" destOrd="0" presId="urn:microsoft.com/office/officeart/2008/layout/AlternatingHexagons"/>
    <dgm:cxn modelId="{6FD33E58-320F-4621-AF14-F45E8149A177}" srcId="{7D34B9EE-AC6C-4B93-81CE-208305A97023}" destId="{AF7A39A7-C2D8-42D8-A06B-66C865393A7F}" srcOrd="2" destOrd="0" parTransId="{E3B57DC5-4767-48E4-83DF-C44291C476C3}" sibTransId="{297F3493-ABE4-4243-AB8B-63A54A489379}"/>
    <dgm:cxn modelId="{558FC3A9-525E-46FB-B51C-5F1784137E7D}" type="presOf" srcId="{AF7A39A7-C2D8-42D8-A06B-66C865393A7F}" destId="{083BC4C5-61EA-4ACA-A44F-90009A6CFEC2}" srcOrd="0" destOrd="0" presId="urn:microsoft.com/office/officeart/2008/layout/AlternatingHexagons"/>
    <dgm:cxn modelId="{7C27C3C0-9E5F-46E7-B220-7E5941D80F5E}" type="presOf" srcId="{CEE68750-48CC-4849-B61F-E05B5FF02DB6}" destId="{2CA9AEBD-7927-4529-9455-941BBAAC5922}" srcOrd="0" destOrd="0" presId="urn:microsoft.com/office/officeart/2008/layout/AlternatingHexagons"/>
    <dgm:cxn modelId="{C7149ED4-16BA-4297-BAC7-791243A54D22}" type="presOf" srcId="{D79C527B-3E5A-4EEE-95FB-B3FA8A305942}" destId="{DFE539C8-D039-4763-9EB7-8FDCAD29D740}" srcOrd="0" destOrd="0" presId="urn:microsoft.com/office/officeart/2008/layout/AlternatingHexagons"/>
    <dgm:cxn modelId="{2AFAC1DA-2706-4FC5-9381-CDD7FEFEA11A}" type="presOf" srcId="{7D34B9EE-AC6C-4B93-81CE-208305A97023}" destId="{7D9DC0B3-87F9-436E-A41B-1A023A82D948}" srcOrd="0" destOrd="0" presId="urn:microsoft.com/office/officeart/2008/layout/AlternatingHexagons"/>
    <dgm:cxn modelId="{5EB384DF-9B56-42B2-8CF2-C87D1E901E36}" type="presOf" srcId="{297F3493-ABE4-4243-AB8B-63A54A489379}" destId="{0C273EB0-A5E1-4DCE-80F9-CE091959BD61}" srcOrd="0" destOrd="0" presId="urn:microsoft.com/office/officeart/2008/layout/AlternatingHexagons"/>
    <dgm:cxn modelId="{B110A2F1-0F42-428D-BCB9-B6FA9A7B0257}" srcId="{7D34B9EE-AC6C-4B93-81CE-208305A97023}" destId="{CEE68750-48CC-4849-B61F-E05B5FF02DB6}" srcOrd="0" destOrd="0" parTransId="{5AF9C249-20C4-4427-94DA-682C4A9B7868}" sibTransId="{C1F99739-4255-46FB-B10A-25F8CC9402D0}"/>
    <dgm:cxn modelId="{F168F8C3-CC05-4B77-AE5D-DA90DC94E0AC}" type="presParOf" srcId="{7D9DC0B3-87F9-436E-A41B-1A023A82D948}" destId="{AD3973DE-2033-4B31-B86E-2E26619408B4}" srcOrd="0" destOrd="0" presId="urn:microsoft.com/office/officeart/2008/layout/AlternatingHexagons"/>
    <dgm:cxn modelId="{CE4C4ADE-B41F-4878-B34F-A917AC43763C}" type="presParOf" srcId="{AD3973DE-2033-4B31-B86E-2E26619408B4}" destId="{2CA9AEBD-7927-4529-9455-941BBAAC5922}" srcOrd="0" destOrd="0" presId="urn:microsoft.com/office/officeart/2008/layout/AlternatingHexagons"/>
    <dgm:cxn modelId="{CD83DBB1-9863-4079-AF53-952E87F1B8E9}" type="presParOf" srcId="{AD3973DE-2033-4B31-B86E-2E26619408B4}" destId="{D738DC1A-441E-4EB6-BFDB-1B8D2893B3F8}" srcOrd="1" destOrd="0" presId="urn:microsoft.com/office/officeart/2008/layout/AlternatingHexagons"/>
    <dgm:cxn modelId="{CA3A5FC3-D4A2-4E9C-9ADB-546E22CDF3E2}" type="presParOf" srcId="{AD3973DE-2033-4B31-B86E-2E26619408B4}" destId="{280DFEE9-34A8-4431-A470-2B386AB8923E}" srcOrd="2" destOrd="0" presId="urn:microsoft.com/office/officeart/2008/layout/AlternatingHexagons"/>
    <dgm:cxn modelId="{BBDB2AC2-2967-439D-AF34-57CB8A6893ED}" type="presParOf" srcId="{AD3973DE-2033-4B31-B86E-2E26619408B4}" destId="{C14226F8-7A2D-4A57-8E52-C40AB8D82E41}" srcOrd="3" destOrd="0" presId="urn:microsoft.com/office/officeart/2008/layout/AlternatingHexagons"/>
    <dgm:cxn modelId="{75F475FC-187E-4116-8EFA-38718A0671F2}" type="presParOf" srcId="{AD3973DE-2033-4B31-B86E-2E26619408B4}" destId="{B2606FC5-2CEB-4CDF-9A50-66B91EE6FE08}" srcOrd="4" destOrd="0" presId="urn:microsoft.com/office/officeart/2008/layout/AlternatingHexagons"/>
    <dgm:cxn modelId="{2AE29CAF-1C78-494F-BFC0-5CF0669D3EC2}" type="presParOf" srcId="{7D9DC0B3-87F9-436E-A41B-1A023A82D948}" destId="{B2A9E63B-6515-45AB-99C9-A0F0382693F1}" srcOrd="1" destOrd="0" presId="urn:microsoft.com/office/officeart/2008/layout/AlternatingHexagons"/>
    <dgm:cxn modelId="{2F413A7D-7FCD-41AA-9B83-5D24CBB59A14}" type="presParOf" srcId="{7D9DC0B3-87F9-436E-A41B-1A023A82D948}" destId="{20F7C7FC-F4EF-467E-AD26-837AA439F53E}" srcOrd="2" destOrd="0" presId="urn:microsoft.com/office/officeart/2008/layout/AlternatingHexagons"/>
    <dgm:cxn modelId="{0FE8FA16-0539-4608-949B-FBAA593C5CD6}" type="presParOf" srcId="{20F7C7FC-F4EF-467E-AD26-837AA439F53E}" destId="{DFE539C8-D039-4763-9EB7-8FDCAD29D740}" srcOrd="0" destOrd="0" presId="urn:microsoft.com/office/officeart/2008/layout/AlternatingHexagons"/>
    <dgm:cxn modelId="{5F837EDC-C086-414C-89F6-F2E10FDD6CE8}" type="presParOf" srcId="{20F7C7FC-F4EF-467E-AD26-837AA439F53E}" destId="{B47050E1-1F2E-4E23-AA29-7B73501AF1D7}" srcOrd="1" destOrd="0" presId="urn:microsoft.com/office/officeart/2008/layout/AlternatingHexagons"/>
    <dgm:cxn modelId="{A8C8B7AC-EA33-4B4C-9F36-AEF0C155D865}" type="presParOf" srcId="{20F7C7FC-F4EF-467E-AD26-837AA439F53E}" destId="{71571955-BCF3-4C8B-B2EB-7CAA165C68D8}" srcOrd="2" destOrd="0" presId="urn:microsoft.com/office/officeart/2008/layout/AlternatingHexagons"/>
    <dgm:cxn modelId="{17ED1A22-40A4-4956-AF8C-BA6C144C0010}" type="presParOf" srcId="{20F7C7FC-F4EF-467E-AD26-837AA439F53E}" destId="{21BC8B9C-38FF-42F8-9F9B-83F5DA4A40BB}" srcOrd="3" destOrd="0" presId="urn:microsoft.com/office/officeart/2008/layout/AlternatingHexagons"/>
    <dgm:cxn modelId="{113DF2F5-756E-41D3-BC5A-6971F6B9A432}" type="presParOf" srcId="{20F7C7FC-F4EF-467E-AD26-837AA439F53E}" destId="{330D1578-DAC3-4374-8DE4-4959319A54FE}" srcOrd="4" destOrd="0" presId="urn:microsoft.com/office/officeart/2008/layout/AlternatingHexagons"/>
    <dgm:cxn modelId="{BD254C4C-18A0-4782-8B4B-CE904F675FE1}" type="presParOf" srcId="{7D9DC0B3-87F9-436E-A41B-1A023A82D948}" destId="{FC1D6517-0EAE-4F5C-9A6B-01764FB54490}" srcOrd="3" destOrd="0" presId="urn:microsoft.com/office/officeart/2008/layout/AlternatingHexagons"/>
    <dgm:cxn modelId="{5A7C6709-E551-40CA-B4CC-168C8F7192D2}" type="presParOf" srcId="{7D9DC0B3-87F9-436E-A41B-1A023A82D948}" destId="{B8D6F9FE-B15D-403F-92D8-EF8D1CD065D4}" srcOrd="4" destOrd="0" presId="urn:microsoft.com/office/officeart/2008/layout/AlternatingHexagons"/>
    <dgm:cxn modelId="{8FBE1C01-06D0-46EB-A214-5453A0BFA6F9}" type="presParOf" srcId="{B8D6F9FE-B15D-403F-92D8-EF8D1CD065D4}" destId="{083BC4C5-61EA-4ACA-A44F-90009A6CFEC2}" srcOrd="0" destOrd="0" presId="urn:microsoft.com/office/officeart/2008/layout/AlternatingHexagons"/>
    <dgm:cxn modelId="{8C863301-A387-4BAA-AC42-E86168956123}" type="presParOf" srcId="{B8D6F9FE-B15D-403F-92D8-EF8D1CD065D4}" destId="{29CC0CCF-F615-436B-AC35-E3E61BB5495A}" srcOrd="1" destOrd="0" presId="urn:microsoft.com/office/officeart/2008/layout/AlternatingHexagons"/>
    <dgm:cxn modelId="{94E02252-007F-4C19-88FC-D76446B8CEF1}" type="presParOf" srcId="{B8D6F9FE-B15D-403F-92D8-EF8D1CD065D4}" destId="{089F32D1-066A-4091-95AB-B1C95D3983C5}" srcOrd="2" destOrd="0" presId="urn:microsoft.com/office/officeart/2008/layout/AlternatingHexagons"/>
    <dgm:cxn modelId="{DF269DE0-28BB-404D-8195-C954BCA4737C}" type="presParOf" srcId="{B8D6F9FE-B15D-403F-92D8-EF8D1CD065D4}" destId="{7E6157AE-786E-41DB-8F1C-C1A4FB0D70C7}" srcOrd="3" destOrd="0" presId="urn:microsoft.com/office/officeart/2008/layout/AlternatingHexagons"/>
    <dgm:cxn modelId="{69C19CAF-35B8-4660-B34F-C79546D7AF09}" type="presParOf" srcId="{B8D6F9FE-B15D-403F-92D8-EF8D1CD065D4}" destId="{0C273EB0-A5E1-4DCE-80F9-CE091959BD61}" srcOrd="4" destOrd="0" presId="urn:microsoft.com/office/officeart/2008/layout/AlternatingHexagons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11A314-71D9-4978-80E7-FE747DD77CD8}" type="doc">
      <dgm:prSet loTypeId="urn:microsoft.com/office/officeart/2005/8/layout/list1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5CC9CF6-F7FC-4807-AA7E-3E7225D1E954}">
      <dgm:prSet custT="1"/>
      <dgm:spPr/>
      <dgm:t>
        <a:bodyPr/>
        <a:lstStyle/>
        <a:p>
          <a:endParaRPr lang="en-US" sz="5300" b="1" dirty="0"/>
        </a:p>
        <a:p>
          <a:r>
            <a:rPr lang="en-US" sz="4000" b="1" dirty="0"/>
            <a:t>Automatic BOM Compliance</a:t>
          </a:r>
          <a:br>
            <a:rPr lang="en-US" sz="4000" dirty="0"/>
          </a:br>
          <a:endParaRPr lang="en-US" sz="4000" dirty="0"/>
        </a:p>
      </dgm:t>
    </dgm:pt>
    <dgm:pt modelId="{070FAEF9-0663-4AC1-AD7B-6CE088E071B8}" type="parTrans" cxnId="{5F247BCB-DB1E-4567-9009-ECEB35D001FB}">
      <dgm:prSet/>
      <dgm:spPr/>
      <dgm:t>
        <a:bodyPr/>
        <a:lstStyle/>
        <a:p>
          <a:endParaRPr lang="en-US"/>
        </a:p>
      </dgm:t>
    </dgm:pt>
    <dgm:pt modelId="{7F828DF0-2EAE-458D-BC10-1A77B031CDE2}" type="sibTrans" cxnId="{5F247BCB-DB1E-4567-9009-ECEB35D001FB}">
      <dgm:prSet/>
      <dgm:spPr/>
      <dgm:t>
        <a:bodyPr/>
        <a:lstStyle/>
        <a:p>
          <a:endParaRPr lang="en-US"/>
        </a:p>
      </dgm:t>
    </dgm:pt>
    <dgm:pt modelId="{2F7AD913-AAF2-4187-9A0E-EABED6D9F366}">
      <dgm:prSet custT="1"/>
      <dgm:spPr/>
      <dgm:t>
        <a:bodyPr/>
        <a:lstStyle/>
        <a:p>
          <a:endParaRPr lang="en-US" sz="4000" b="1" dirty="0"/>
        </a:p>
        <a:p>
          <a:r>
            <a:rPr lang="en-US" sz="4000" b="1" dirty="0"/>
            <a:t>Native QR Generation</a:t>
          </a:r>
          <a:br>
            <a:rPr lang="en-US" sz="4000" dirty="0"/>
          </a:br>
          <a:endParaRPr lang="en-US" sz="4000" dirty="0"/>
        </a:p>
      </dgm:t>
    </dgm:pt>
    <dgm:pt modelId="{E70D2202-FE46-4954-BC33-7EF54CE2284E}" type="parTrans" cxnId="{947C0FFB-E9A2-4963-B48F-C14B9DA55AFC}">
      <dgm:prSet/>
      <dgm:spPr/>
      <dgm:t>
        <a:bodyPr/>
        <a:lstStyle/>
        <a:p>
          <a:endParaRPr lang="en-US"/>
        </a:p>
      </dgm:t>
    </dgm:pt>
    <dgm:pt modelId="{F30D1EC4-0821-4ED6-ABEB-4E08E9641049}" type="sibTrans" cxnId="{947C0FFB-E9A2-4963-B48F-C14B9DA55AFC}">
      <dgm:prSet/>
      <dgm:spPr/>
      <dgm:t>
        <a:bodyPr/>
        <a:lstStyle/>
        <a:p>
          <a:endParaRPr lang="en-US"/>
        </a:p>
      </dgm:t>
    </dgm:pt>
    <dgm:pt modelId="{BC794A18-A906-4553-B34F-931F4A3E6746}">
      <dgm:prSet custT="1"/>
      <dgm:spPr/>
      <dgm:t>
        <a:bodyPr/>
        <a:lstStyle/>
        <a:p>
          <a:r>
            <a:rPr lang="en-US" sz="3200" b="1" dirty="0"/>
            <a:t>Catches issues before production or assembly begins – not after.</a:t>
          </a:r>
          <a:endParaRPr lang="en-IN" sz="3200" b="1" dirty="0"/>
        </a:p>
      </dgm:t>
    </dgm:pt>
    <dgm:pt modelId="{3D8F7D93-F604-4651-BF4F-7907DE14F652}" type="sibTrans" cxnId="{0653F788-FAAD-43B8-B533-B8391F30C75E}">
      <dgm:prSet/>
      <dgm:spPr/>
      <dgm:t>
        <a:bodyPr/>
        <a:lstStyle/>
        <a:p>
          <a:endParaRPr lang="en-IN"/>
        </a:p>
      </dgm:t>
    </dgm:pt>
    <dgm:pt modelId="{FAC02BEC-08C8-47B3-A9E5-5A45EE0A7108}" type="parTrans" cxnId="{0653F788-FAAD-43B8-B533-B8391F30C75E}">
      <dgm:prSet/>
      <dgm:spPr/>
      <dgm:t>
        <a:bodyPr/>
        <a:lstStyle/>
        <a:p>
          <a:endParaRPr lang="en-IN"/>
        </a:p>
      </dgm:t>
    </dgm:pt>
    <dgm:pt modelId="{3A25F62B-1E9E-4BF4-B8C3-9C0B3C344A9B}">
      <dgm:prSet custT="1"/>
      <dgm:spPr/>
      <dgm:t>
        <a:bodyPr/>
        <a:lstStyle/>
        <a:p>
          <a:endParaRPr lang="en-US" sz="4000" b="1" dirty="0"/>
        </a:p>
        <a:p>
          <a:r>
            <a:rPr lang="en-US" sz="4000" b="1" dirty="0"/>
            <a:t>Pre-Assembly Verification</a:t>
          </a:r>
          <a:br>
            <a:rPr lang="en-US" sz="4000" b="1" dirty="0"/>
          </a:br>
          <a:endParaRPr lang="en-US" sz="4000" b="1" dirty="0"/>
        </a:p>
      </dgm:t>
    </dgm:pt>
    <dgm:pt modelId="{30253462-B0CF-4681-8A95-D534E0460C99}" type="sibTrans" cxnId="{D70FBA8E-9281-43C3-AA54-B42C77F1DF86}">
      <dgm:prSet/>
      <dgm:spPr/>
      <dgm:t>
        <a:bodyPr/>
        <a:lstStyle/>
        <a:p>
          <a:endParaRPr lang="en-US"/>
        </a:p>
      </dgm:t>
    </dgm:pt>
    <dgm:pt modelId="{9AF2C9F8-2563-4311-9D5F-383E7F5B5810}" type="parTrans" cxnId="{D70FBA8E-9281-43C3-AA54-B42C77F1DF86}">
      <dgm:prSet/>
      <dgm:spPr/>
      <dgm:t>
        <a:bodyPr/>
        <a:lstStyle/>
        <a:p>
          <a:endParaRPr lang="en-US"/>
        </a:p>
      </dgm:t>
    </dgm:pt>
    <dgm:pt modelId="{50B83299-6D95-4FA0-8E94-4EDF7166C264}">
      <dgm:prSet custT="1"/>
      <dgm:spPr/>
      <dgm:t>
        <a:bodyPr/>
        <a:lstStyle/>
        <a:p>
          <a:r>
            <a:rPr lang="en-US" sz="3200" b="1" dirty="0"/>
            <a:t>Enforces BOM rules automatically, eliminating manual verification.</a:t>
          </a:r>
          <a:endParaRPr lang="en-IN" sz="3200" b="1" dirty="0"/>
        </a:p>
      </dgm:t>
    </dgm:pt>
    <dgm:pt modelId="{963F6E43-A7F1-4777-80AB-5574928F9052}" type="parTrans" cxnId="{5B3D14D1-796D-4FEC-A80F-8206DA7B4CE4}">
      <dgm:prSet/>
      <dgm:spPr/>
      <dgm:t>
        <a:bodyPr/>
        <a:lstStyle/>
        <a:p>
          <a:endParaRPr lang="en-IN"/>
        </a:p>
      </dgm:t>
    </dgm:pt>
    <dgm:pt modelId="{412C07B8-1675-4F00-AE76-37AA44EFCD94}" type="sibTrans" cxnId="{5B3D14D1-796D-4FEC-A80F-8206DA7B4CE4}">
      <dgm:prSet/>
      <dgm:spPr/>
      <dgm:t>
        <a:bodyPr/>
        <a:lstStyle/>
        <a:p>
          <a:endParaRPr lang="en-IN"/>
        </a:p>
      </dgm:t>
    </dgm:pt>
    <dgm:pt modelId="{FC3D7E0C-41DC-4504-8DD0-09FA0E0CE418}">
      <dgm:prSet custT="1"/>
      <dgm:spPr/>
      <dgm:t>
        <a:bodyPr/>
        <a:lstStyle/>
        <a:p>
          <a:r>
            <a:rPr lang="en-US" sz="3200" b="1" dirty="0"/>
            <a:t>Built-in QR code generation for seamless component identification and tracking.</a:t>
          </a:r>
          <a:endParaRPr lang="en-IN" sz="3200" b="1" dirty="0"/>
        </a:p>
      </dgm:t>
    </dgm:pt>
    <dgm:pt modelId="{B613FA19-6CC7-40FF-A181-07C1ADD3ADC3}" type="parTrans" cxnId="{E1F84BB4-B8BB-44AC-A87A-3EE262D9E815}">
      <dgm:prSet/>
      <dgm:spPr/>
      <dgm:t>
        <a:bodyPr/>
        <a:lstStyle/>
        <a:p>
          <a:endParaRPr lang="en-IN"/>
        </a:p>
      </dgm:t>
    </dgm:pt>
    <dgm:pt modelId="{7A33CCB1-AA1D-4FC9-B050-BBEE66D7C395}" type="sibTrans" cxnId="{E1F84BB4-B8BB-44AC-A87A-3EE262D9E815}">
      <dgm:prSet/>
      <dgm:spPr/>
      <dgm:t>
        <a:bodyPr/>
        <a:lstStyle/>
        <a:p>
          <a:endParaRPr lang="en-IN"/>
        </a:p>
      </dgm:t>
    </dgm:pt>
    <dgm:pt modelId="{F24767F4-14B5-4D44-9F15-71D39A03A5E0}" type="pres">
      <dgm:prSet presAssocID="{2211A314-71D9-4978-80E7-FE747DD77CD8}" presName="linear" presStyleCnt="0">
        <dgm:presLayoutVars>
          <dgm:dir/>
          <dgm:animLvl val="lvl"/>
          <dgm:resizeHandles val="exact"/>
        </dgm:presLayoutVars>
      </dgm:prSet>
      <dgm:spPr/>
    </dgm:pt>
    <dgm:pt modelId="{0C86ABDB-7E1B-4E67-AD9F-F4DD1345BF29}" type="pres">
      <dgm:prSet presAssocID="{3A25F62B-1E9E-4BF4-B8C3-9C0B3C344A9B}" presName="parentLin" presStyleCnt="0"/>
      <dgm:spPr/>
    </dgm:pt>
    <dgm:pt modelId="{FD2F6C5E-03D9-4F1B-B2DD-6786C34CF4D1}" type="pres">
      <dgm:prSet presAssocID="{3A25F62B-1E9E-4BF4-B8C3-9C0B3C344A9B}" presName="parentLeftMargin" presStyleLbl="node1" presStyleIdx="0" presStyleCnt="3"/>
      <dgm:spPr/>
    </dgm:pt>
    <dgm:pt modelId="{C67482DE-2A4F-4C4F-88FF-7993839B23A4}" type="pres">
      <dgm:prSet presAssocID="{3A25F62B-1E9E-4BF4-B8C3-9C0B3C344A9B}" presName="parentText" presStyleLbl="node1" presStyleIdx="0" presStyleCnt="3" custScaleY="61432">
        <dgm:presLayoutVars>
          <dgm:chMax val="0"/>
          <dgm:bulletEnabled val="1"/>
        </dgm:presLayoutVars>
      </dgm:prSet>
      <dgm:spPr/>
    </dgm:pt>
    <dgm:pt modelId="{DB5F97AC-4AAB-4DC8-8283-5E5A2F80838F}" type="pres">
      <dgm:prSet presAssocID="{3A25F62B-1E9E-4BF4-B8C3-9C0B3C344A9B}" presName="negativeSpace" presStyleCnt="0"/>
      <dgm:spPr/>
    </dgm:pt>
    <dgm:pt modelId="{79AE8EE8-D5EB-4B5A-AFD2-B735E74748DC}" type="pres">
      <dgm:prSet presAssocID="{3A25F62B-1E9E-4BF4-B8C3-9C0B3C344A9B}" presName="childText" presStyleLbl="conFgAcc1" presStyleIdx="0" presStyleCnt="3" custScaleY="89457" custLinFactNeighborY="-16571">
        <dgm:presLayoutVars>
          <dgm:bulletEnabled val="1"/>
        </dgm:presLayoutVars>
      </dgm:prSet>
      <dgm:spPr/>
    </dgm:pt>
    <dgm:pt modelId="{70BCC9AE-6F5B-4F4B-B37F-26B9BFD68EED}" type="pres">
      <dgm:prSet presAssocID="{30253462-B0CF-4681-8A95-D534E0460C99}" presName="spaceBetweenRectangles" presStyleCnt="0"/>
      <dgm:spPr/>
    </dgm:pt>
    <dgm:pt modelId="{CC4FEF56-E459-4F25-B5C6-52B3C9E73FA9}" type="pres">
      <dgm:prSet presAssocID="{F5CC9CF6-F7FC-4807-AA7E-3E7225D1E954}" presName="parentLin" presStyleCnt="0"/>
      <dgm:spPr/>
    </dgm:pt>
    <dgm:pt modelId="{FA61060B-47DC-4A5C-8599-A8BD3BAB6711}" type="pres">
      <dgm:prSet presAssocID="{F5CC9CF6-F7FC-4807-AA7E-3E7225D1E954}" presName="parentLeftMargin" presStyleLbl="node1" presStyleIdx="0" presStyleCnt="3"/>
      <dgm:spPr/>
    </dgm:pt>
    <dgm:pt modelId="{5CD3681C-DFD5-4135-ADAE-48A0F1DA5197}" type="pres">
      <dgm:prSet presAssocID="{F5CC9CF6-F7FC-4807-AA7E-3E7225D1E954}" presName="parentText" presStyleLbl="node1" presStyleIdx="1" presStyleCnt="3" custScaleY="71911">
        <dgm:presLayoutVars>
          <dgm:chMax val="0"/>
          <dgm:bulletEnabled val="1"/>
        </dgm:presLayoutVars>
      </dgm:prSet>
      <dgm:spPr/>
    </dgm:pt>
    <dgm:pt modelId="{5DA83E5F-EBFB-43B8-8CAF-0626341D4B56}" type="pres">
      <dgm:prSet presAssocID="{F5CC9CF6-F7FC-4807-AA7E-3E7225D1E954}" presName="negativeSpace" presStyleCnt="0"/>
      <dgm:spPr/>
    </dgm:pt>
    <dgm:pt modelId="{6F54D528-FE58-40E9-8003-FD09A9147C65}" type="pres">
      <dgm:prSet presAssocID="{F5CC9CF6-F7FC-4807-AA7E-3E7225D1E954}" presName="childText" presStyleLbl="conFgAcc1" presStyleIdx="1" presStyleCnt="3" custScaleY="114178" custLinFactNeighborY="-44608">
        <dgm:presLayoutVars>
          <dgm:bulletEnabled val="1"/>
        </dgm:presLayoutVars>
      </dgm:prSet>
      <dgm:spPr/>
    </dgm:pt>
    <dgm:pt modelId="{4BE8835F-0847-4D95-BF56-13DC426A3ACB}" type="pres">
      <dgm:prSet presAssocID="{7F828DF0-2EAE-458D-BC10-1A77B031CDE2}" presName="spaceBetweenRectangles" presStyleCnt="0"/>
      <dgm:spPr/>
    </dgm:pt>
    <dgm:pt modelId="{8D67D3BA-6352-490E-951F-5AF72FD044FB}" type="pres">
      <dgm:prSet presAssocID="{2F7AD913-AAF2-4187-9A0E-EABED6D9F366}" presName="parentLin" presStyleCnt="0"/>
      <dgm:spPr/>
    </dgm:pt>
    <dgm:pt modelId="{8F739585-06D2-4C86-BCD0-3DD136EE2AD5}" type="pres">
      <dgm:prSet presAssocID="{2F7AD913-AAF2-4187-9A0E-EABED6D9F366}" presName="parentLeftMargin" presStyleLbl="node1" presStyleIdx="1" presStyleCnt="3"/>
      <dgm:spPr/>
    </dgm:pt>
    <dgm:pt modelId="{A393BBC2-601E-4ED9-A129-47DE40D8C2F3}" type="pres">
      <dgm:prSet presAssocID="{2F7AD913-AAF2-4187-9A0E-EABED6D9F366}" presName="parentText" presStyleLbl="node1" presStyleIdx="2" presStyleCnt="3" custScaleY="55696">
        <dgm:presLayoutVars>
          <dgm:chMax val="0"/>
          <dgm:bulletEnabled val="1"/>
        </dgm:presLayoutVars>
      </dgm:prSet>
      <dgm:spPr/>
    </dgm:pt>
    <dgm:pt modelId="{E6D87C7F-B7AB-47BF-98B0-79BD87CDAD5A}" type="pres">
      <dgm:prSet presAssocID="{2F7AD913-AAF2-4187-9A0E-EABED6D9F366}" presName="negativeSpace" presStyleCnt="0"/>
      <dgm:spPr/>
    </dgm:pt>
    <dgm:pt modelId="{DD015EEE-B9AF-438D-9AAC-B20BB5B72253}" type="pres">
      <dgm:prSet presAssocID="{2F7AD913-AAF2-4187-9A0E-EABED6D9F366}" presName="childText" presStyleLbl="conFgAcc1" presStyleIdx="2" presStyleCnt="3" custScaleY="102150">
        <dgm:presLayoutVars>
          <dgm:bulletEnabled val="1"/>
        </dgm:presLayoutVars>
      </dgm:prSet>
      <dgm:spPr/>
    </dgm:pt>
  </dgm:ptLst>
  <dgm:cxnLst>
    <dgm:cxn modelId="{927F450F-969D-41C8-B2B4-12A3A75BD47A}" type="presOf" srcId="{2211A314-71D9-4978-80E7-FE747DD77CD8}" destId="{F24767F4-14B5-4D44-9F15-71D39A03A5E0}" srcOrd="0" destOrd="0" presId="urn:microsoft.com/office/officeart/2005/8/layout/list1"/>
    <dgm:cxn modelId="{9E341621-C2B9-47A8-A31D-A2938F56877E}" type="presOf" srcId="{2F7AD913-AAF2-4187-9A0E-EABED6D9F366}" destId="{A393BBC2-601E-4ED9-A129-47DE40D8C2F3}" srcOrd="1" destOrd="0" presId="urn:microsoft.com/office/officeart/2005/8/layout/list1"/>
    <dgm:cxn modelId="{2CE20236-979A-437B-BA12-7254E0058016}" type="presOf" srcId="{F5CC9CF6-F7FC-4807-AA7E-3E7225D1E954}" destId="{FA61060B-47DC-4A5C-8599-A8BD3BAB6711}" srcOrd="0" destOrd="0" presId="urn:microsoft.com/office/officeart/2005/8/layout/list1"/>
    <dgm:cxn modelId="{27C8A760-16E6-4463-9FB3-D22926FEE384}" type="presOf" srcId="{2F7AD913-AAF2-4187-9A0E-EABED6D9F366}" destId="{8F739585-06D2-4C86-BCD0-3DD136EE2AD5}" srcOrd="0" destOrd="0" presId="urn:microsoft.com/office/officeart/2005/8/layout/list1"/>
    <dgm:cxn modelId="{13D05D70-07EF-412E-ABD2-751F91F77774}" type="presOf" srcId="{F5CC9CF6-F7FC-4807-AA7E-3E7225D1E954}" destId="{5CD3681C-DFD5-4135-ADAE-48A0F1DA5197}" srcOrd="1" destOrd="0" presId="urn:microsoft.com/office/officeart/2005/8/layout/list1"/>
    <dgm:cxn modelId="{1E68BF5A-F930-43CE-B1AD-246E446908E9}" type="presOf" srcId="{50B83299-6D95-4FA0-8E94-4EDF7166C264}" destId="{6F54D528-FE58-40E9-8003-FD09A9147C65}" srcOrd="0" destOrd="0" presId="urn:microsoft.com/office/officeart/2005/8/layout/list1"/>
    <dgm:cxn modelId="{E546D07E-3D80-4C93-A33A-DF2A9D0B6804}" type="presOf" srcId="{3A25F62B-1E9E-4BF4-B8C3-9C0B3C344A9B}" destId="{C67482DE-2A4F-4C4F-88FF-7993839B23A4}" srcOrd="1" destOrd="0" presId="urn:microsoft.com/office/officeart/2005/8/layout/list1"/>
    <dgm:cxn modelId="{0653F788-FAAD-43B8-B533-B8391F30C75E}" srcId="{3A25F62B-1E9E-4BF4-B8C3-9C0B3C344A9B}" destId="{BC794A18-A906-4553-B34F-931F4A3E6746}" srcOrd="0" destOrd="0" parTransId="{FAC02BEC-08C8-47B3-A9E5-5A45EE0A7108}" sibTransId="{3D8F7D93-F604-4651-BF4F-7907DE14F652}"/>
    <dgm:cxn modelId="{D70FBA8E-9281-43C3-AA54-B42C77F1DF86}" srcId="{2211A314-71D9-4978-80E7-FE747DD77CD8}" destId="{3A25F62B-1E9E-4BF4-B8C3-9C0B3C344A9B}" srcOrd="0" destOrd="0" parTransId="{9AF2C9F8-2563-4311-9D5F-383E7F5B5810}" sibTransId="{30253462-B0CF-4681-8A95-D534E0460C99}"/>
    <dgm:cxn modelId="{439089AE-5922-40B4-A844-2888CE40DA82}" type="presOf" srcId="{FC3D7E0C-41DC-4504-8DD0-09FA0E0CE418}" destId="{DD015EEE-B9AF-438D-9AAC-B20BB5B72253}" srcOrd="0" destOrd="0" presId="urn:microsoft.com/office/officeart/2005/8/layout/list1"/>
    <dgm:cxn modelId="{E1F84BB4-B8BB-44AC-A87A-3EE262D9E815}" srcId="{2F7AD913-AAF2-4187-9A0E-EABED6D9F366}" destId="{FC3D7E0C-41DC-4504-8DD0-09FA0E0CE418}" srcOrd="0" destOrd="0" parTransId="{B613FA19-6CC7-40FF-A181-07C1ADD3ADC3}" sibTransId="{7A33CCB1-AA1D-4FC9-B050-BBEE66D7C395}"/>
    <dgm:cxn modelId="{55FAA0C5-28CC-466C-B2CA-CB7D0DE20FDB}" type="presOf" srcId="{3A25F62B-1E9E-4BF4-B8C3-9C0B3C344A9B}" destId="{FD2F6C5E-03D9-4F1B-B2DD-6786C34CF4D1}" srcOrd="0" destOrd="0" presId="urn:microsoft.com/office/officeart/2005/8/layout/list1"/>
    <dgm:cxn modelId="{5F247BCB-DB1E-4567-9009-ECEB35D001FB}" srcId="{2211A314-71D9-4978-80E7-FE747DD77CD8}" destId="{F5CC9CF6-F7FC-4807-AA7E-3E7225D1E954}" srcOrd="1" destOrd="0" parTransId="{070FAEF9-0663-4AC1-AD7B-6CE088E071B8}" sibTransId="{7F828DF0-2EAE-458D-BC10-1A77B031CDE2}"/>
    <dgm:cxn modelId="{5B3D14D1-796D-4FEC-A80F-8206DA7B4CE4}" srcId="{F5CC9CF6-F7FC-4807-AA7E-3E7225D1E954}" destId="{50B83299-6D95-4FA0-8E94-4EDF7166C264}" srcOrd="0" destOrd="0" parTransId="{963F6E43-A7F1-4777-80AB-5574928F9052}" sibTransId="{412C07B8-1675-4F00-AE76-37AA44EFCD94}"/>
    <dgm:cxn modelId="{EB5232E7-A593-416B-9289-32157DAD4CA4}" type="presOf" srcId="{BC794A18-A906-4553-B34F-931F4A3E6746}" destId="{79AE8EE8-D5EB-4B5A-AFD2-B735E74748DC}" srcOrd="0" destOrd="0" presId="urn:microsoft.com/office/officeart/2005/8/layout/list1"/>
    <dgm:cxn modelId="{947C0FFB-E9A2-4963-B48F-C14B9DA55AFC}" srcId="{2211A314-71D9-4978-80E7-FE747DD77CD8}" destId="{2F7AD913-AAF2-4187-9A0E-EABED6D9F366}" srcOrd="2" destOrd="0" parTransId="{E70D2202-FE46-4954-BC33-7EF54CE2284E}" sibTransId="{F30D1EC4-0821-4ED6-ABEB-4E08E9641049}"/>
    <dgm:cxn modelId="{3561C254-1390-4C2F-97D8-E70D4FAC840D}" type="presParOf" srcId="{F24767F4-14B5-4D44-9F15-71D39A03A5E0}" destId="{0C86ABDB-7E1B-4E67-AD9F-F4DD1345BF29}" srcOrd="0" destOrd="0" presId="urn:microsoft.com/office/officeart/2005/8/layout/list1"/>
    <dgm:cxn modelId="{5E4E264F-CA72-4549-ABED-3DE50BC07FA9}" type="presParOf" srcId="{0C86ABDB-7E1B-4E67-AD9F-F4DD1345BF29}" destId="{FD2F6C5E-03D9-4F1B-B2DD-6786C34CF4D1}" srcOrd="0" destOrd="0" presId="urn:microsoft.com/office/officeart/2005/8/layout/list1"/>
    <dgm:cxn modelId="{AAEDB1D2-344A-4088-98A7-71ACF02862A3}" type="presParOf" srcId="{0C86ABDB-7E1B-4E67-AD9F-F4DD1345BF29}" destId="{C67482DE-2A4F-4C4F-88FF-7993839B23A4}" srcOrd="1" destOrd="0" presId="urn:microsoft.com/office/officeart/2005/8/layout/list1"/>
    <dgm:cxn modelId="{31077A4E-7C8A-42F1-8714-C34A7E457571}" type="presParOf" srcId="{F24767F4-14B5-4D44-9F15-71D39A03A5E0}" destId="{DB5F97AC-4AAB-4DC8-8283-5E5A2F80838F}" srcOrd="1" destOrd="0" presId="urn:microsoft.com/office/officeart/2005/8/layout/list1"/>
    <dgm:cxn modelId="{6A9DF39F-E7C9-4C07-BC4D-2E86F3323E11}" type="presParOf" srcId="{F24767F4-14B5-4D44-9F15-71D39A03A5E0}" destId="{79AE8EE8-D5EB-4B5A-AFD2-B735E74748DC}" srcOrd="2" destOrd="0" presId="urn:microsoft.com/office/officeart/2005/8/layout/list1"/>
    <dgm:cxn modelId="{506B1D4E-1EE7-4001-A2F4-B078821FCB27}" type="presParOf" srcId="{F24767F4-14B5-4D44-9F15-71D39A03A5E0}" destId="{70BCC9AE-6F5B-4F4B-B37F-26B9BFD68EED}" srcOrd="3" destOrd="0" presId="urn:microsoft.com/office/officeart/2005/8/layout/list1"/>
    <dgm:cxn modelId="{8A3DE730-6C1E-4C9A-9668-02737C8586FB}" type="presParOf" srcId="{F24767F4-14B5-4D44-9F15-71D39A03A5E0}" destId="{CC4FEF56-E459-4F25-B5C6-52B3C9E73FA9}" srcOrd="4" destOrd="0" presId="urn:microsoft.com/office/officeart/2005/8/layout/list1"/>
    <dgm:cxn modelId="{1F088614-7ABC-45FB-8478-3E4542994D9B}" type="presParOf" srcId="{CC4FEF56-E459-4F25-B5C6-52B3C9E73FA9}" destId="{FA61060B-47DC-4A5C-8599-A8BD3BAB6711}" srcOrd="0" destOrd="0" presId="urn:microsoft.com/office/officeart/2005/8/layout/list1"/>
    <dgm:cxn modelId="{28CA34E6-2A7F-4835-8959-19A84AF638D3}" type="presParOf" srcId="{CC4FEF56-E459-4F25-B5C6-52B3C9E73FA9}" destId="{5CD3681C-DFD5-4135-ADAE-48A0F1DA5197}" srcOrd="1" destOrd="0" presId="urn:microsoft.com/office/officeart/2005/8/layout/list1"/>
    <dgm:cxn modelId="{7562286B-85CE-4D74-A5E0-F2A463BE778C}" type="presParOf" srcId="{F24767F4-14B5-4D44-9F15-71D39A03A5E0}" destId="{5DA83E5F-EBFB-43B8-8CAF-0626341D4B56}" srcOrd="5" destOrd="0" presId="urn:microsoft.com/office/officeart/2005/8/layout/list1"/>
    <dgm:cxn modelId="{5B1FB819-264C-4AA0-850A-804E43C4F392}" type="presParOf" srcId="{F24767F4-14B5-4D44-9F15-71D39A03A5E0}" destId="{6F54D528-FE58-40E9-8003-FD09A9147C65}" srcOrd="6" destOrd="0" presId="urn:microsoft.com/office/officeart/2005/8/layout/list1"/>
    <dgm:cxn modelId="{94B1563A-0CF4-4219-AC8F-F12824CED8B2}" type="presParOf" srcId="{F24767F4-14B5-4D44-9F15-71D39A03A5E0}" destId="{4BE8835F-0847-4D95-BF56-13DC426A3ACB}" srcOrd="7" destOrd="0" presId="urn:microsoft.com/office/officeart/2005/8/layout/list1"/>
    <dgm:cxn modelId="{FA49219B-1330-4830-821D-9C3BAF555221}" type="presParOf" srcId="{F24767F4-14B5-4D44-9F15-71D39A03A5E0}" destId="{8D67D3BA-6352-490E-951F-5AF72FD044FB}" srcOrd="8" destOrd="0" presId="urn:microsoft.com/office/officeart/2005/8/layout/list1"/>
    <dgm:cxn modelId="{552C3CC4-72CC-4636-9FD6-7E756C940F0A}" type="presParOf" srcId="{8D67D3BA-6352-490E-951F-5AF72FD044FB}" destId="{8F739585-06D2-4C86-BCD0-3DD136EE2AD5}" srcOrd="0" destOrd="0" presId="urn:microsoft.com/office/officeart/2005/8/layout/list1"/>
    <dgm:cxn modelId="{FF355D0D-765E-49B2-A918-B26A9794DC62}" type="presParOf" srcId="{8D67D3BA-6352-490E-951F-5AF72FD044FB}" destId="{A393BBC2-601E-4ED9-A129-47DE40D8C2F3}" srcOrd="1" destOrd="0" presId="urn:microsoft.com/office/officeart/2005/8/layout/list1"/>
    <dgm:cxn modelId="{7C9FAF8D-B7FC-4D59-AEEE-7674167BBEB1}" type="presParOf" srcId="{F24767F4-14B5-4D44-9F15-71D39A03A5E0}" destId="{E6D87C7F-B7AB-47BF-98B0-79BD87CDAD5A}" srcOrd="9" destOrd="0" presId="urn:microsoft.com/office/officeart/2005/8/layout/list1"/>
    <dgm:cxn modelId="{B4BE2F4B-D8F1-4CAF-84E1-791DACF18CD2}" type="presParOf" srcId="{F24767F4-14B5-4D44-9F15-71D39A03A5E0}" destId="{DD015EEE-B9AF-438D-9AAC-B20BB5B7225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B0F04C-E793-4620-862F-CA4630A33464}" type="doc">
      <dgm:prSet loTypeId="urn:microsoft.com/office/officeart/2009/3/layout/StepUpProcess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0D8E4D7-461C-4A9E-80A9-41E2C20855C7}">
      <dgm:prSet phldrT="[Text]"/>
      <dgm:spPr/>
      <dgm:t>
        <a:bodyPr/>
        <a:lstStyle/>
        <a:p>
          <a:r>
            <a:rPr lang="en-US" b="1"/>
            <a:t>Higher Accuracy </a:t>
          </a:r>
          <a:endParaRPr lang="en-IN" b="1" dirty="0"/>
        </a:p>
      </dgm:t>
    </dgm:pt>
    <dgm:pt modelId="{F30104C5-D6B8-40E8-A1F5-B3281CAD56E6}" type="parTrans" cxnId="{BF0D6ABA-B657-4381-8F01-0A47A3EB6BAD}">
      <dgm:prSet/>
      <dgm:spPr/>
      <dgm:t>
        <a:bodyPr/>
        <a:lstStyle/>
        <a:p>
          <a:endParaRPr lang="en-IN"/>
        </a:p>
      </dgm:t>
    </dgm:pt>
    <dgm:pt modelId="{2F9C7B01-28C1-4740-B02F-DADB698E85F7}" type="sibTrans" cxnId="{BF0D6ABA-B657-4381-8F01-0A47A3EB6BAD}">
      <dgm:prSet/>
      <dgm:spPr/>
      <dgm:t>
        <a:bodyPr/>
        <a:lstStyle/>
        <a:p>
          <a:endParaRPr lang="en-IN"/>
        </a:p>
      </dgm:t>
    </dgm:pt>
    <dgm:pt modelId="{8FF873BD-99BD-48B9-80EB-2C785692D415}">
      <dgm:prSet phldrT="[Text]"/>
      <dgm:spPr/>
      <dgm:t>
        <a:bodyPr/>
        <a:lstStyle/>
        <a:p>
          <a:r>
            <a:rPr lang="en-US" b="1"/>
            <a:t>Native QR code generation</a:t>
          </a:r>
          <a:endParaRPr lang="en-IN" b="1" dirty="0"/>
        </a:p>
      </dgm:t>
    </dgm:pt>
    <dgm:pt modelId="{7D7E9EB1-726B-4D65-8F7F-10C64D3F6FF0}" type="parTrans" cxnId="{2A9BE1FA-119C-4FAD-907F-730385D2844B}">
      <dgm:prSet/>
      <dgm:spPr/>
      <dgm:t>
        <a:bodyPr/>
        <a:lstStyle/>
        <a:p>
          <a:endParaRPr lang="en-IN"/>
        </a:p>
      </dgm:t>
    </dgm:pt>
    <dgm:pt modelId="{FC84AD27-A22D-40DB-B74A-F2A1B2496F7E}" type="sibTrans" cxnId="{2A9BE1FA-119C-4FAD-907F-730385D2844B}">
      <dgm:prSet/>
      <dgm:spPr/>
      <dgm:t>
        <a:bodyPr/>
        <a:lstStyle/>
        <a:p>
          <a:endParaRPr lang="en-IN"/>
        </a:p>
      </dgm:t>
    </dgm:pt>
    <dgm:pt modelId="{2CD0906D-000B-4EB9-B736-DADBEDB2C7CB}">
      <dgm:prSet phldrT="[Text]"/>
      <dgm:spPr/>
      <dgm:t>
        <a:bodyPr/>
        <a:lstStyle/>
        <a:p>
          <a:r>
            <a:rPr lang="en-US" b="1" dirty="0"/>
            <a:t>BOM</a:t>
          </a:r>
        </a:p>
        <a:p>
          <a:r>
            <a:rPr lang="en-US" b="1" dirty="0"/>
            <a:t>Verification</a:t>
          </a:r>
          <a:endParaRPr lang="en-IN" b="1" dirty="0"/>
        </a:p>
      </dgm:t>
    </dgm:pt>
    <dgm:pt modelId="{5F82E145-0D51-4CDD-AF3B-001AF4573CB2}" type="parTrans" cxnId="{D39CC5B3-7520-4055-A370-3499813F49E2}">
      <dgm:prSet/>
      <dgm:spPr/>
      <dgm:t>
        <a:bodyPr/>
        <a:lstStyle/>
        <a:p>
          <a:endParaRPr lang="en-IN"/>
        </a:p>
      </dgm:t>
    </dgm:pt>
    <dgm:pt modelId="{27977207-2495-4546-821D-FBF0DFBF49EC}" type="sibTrans" cxnId="{D39CC5B3-7520-4055-A370-3499813F49E2}">
      <dgm:prSet/>
      <dgm:spPr/>
      <dgm:t>
        <a:bodyPr/>
        <a:lstStyle/>
        <a:p>
          <a:endParaRPr lang="en-IN"/>
        </a:p>
      </dgm:t>
    </dgm:pt>
    <dgm:pt modelId="{4BBE6338-92FF-41BF-8414-3A3FAD0485B2}">
      <dgm:prSet phldrT="[Text]"/>
      <dgm:spPr/>
      <dgm:t>
        <a:bodyPr/>
        <a:lstStyle/>
        <a:p>
          <a:r>
            <a:rPr lang="en-US" b="1" dirty="0"/>
            <a:t>Low Cost</a:t>
          </a:r>
          <a:endParaRPr lang="en-IN" b="1" dirty="0"/>
        </a:p>
      </dgm:t>
    </dgm:pt>
    <dgm:pt modelId="{49EA85AF-B53F-4E80-A05A-8E9E69B9FED3}" type="parTrans" cxnId="{DA280D17-0181-4FAE-9E75-880A74AEF6D9}">
      <dgm:prSet/>
      <dgm:spPr/>
      <dgm:t>
        <a:bodyPr/>
        <a:lstStyle/>
        <a:p>
          <a:endParaRPr lang="en-IN"/>
        </a:p>
      </dgm:t>
    </dgm:pt>
    <dgm:pt modelId="{CD46040E-A2A4-452A-8935-2E689B796A19}" type="sibTrans" cxnId="{DA280D17-0181-4FAE-9E75-880A74AEF6D9}">
      <dgm:prSet/>
      <dgm:spPr/>
      <dgm:t>
        <a:bodyPr/>
        <a:lstStyle/>
        <a:p>
          <a:endParaRPr lang="en-IN"/>
        </a:p>
      </dgm:t>
    </dgm:pt>
    <dgm:pt modelId="{79AAB6BE-96F5-4F80-B787-96539C70B480}">
      <dgm:prSet phldrT="[Text]"/>
      <dgm:spPr/>
      <dgm:t>
        <a:bodyPr/>
        <a:lstStyle/>
        <a:p>
          <a:r>
            <a:rPr lang="en-US" b="1" dirty="0"/>
            <a:t>End to End</a:t>
          </a:r>
        </a:p>
        <a:p>
          <a:r>
            <a:rPr lang="en-US" b="1" dirty="0"/>
            <a:t>workflow</a:t>
          </a:r>
          <a:endParaRPr lang="en-IN" b="1" dirty="0"/>
        </a:p>
      </dgm:t>
    </dgm:pt>
    <dgm:pt modelId="{F90A46D4-6446-4D87-8429-295F4E33559D}" type="parTrans" cxnId="{A1C396BE-74D5-4888-A691-F39C41E46B9E}">
      <dgm:prSet/>
      <dgm:spPr/>
      <dgm:t>
        <a:bodyPr/>
        <a:lstStyle/>
        <a:p>
          <a:endParaRPr lang="en-IN"/>
        </a:p>
      </dgm:t>
    </dgm:pt>
    <dgm:pt modelId="{D698DB51-394D-4EBC-85A4-3B2C6FBE9BB4}" type="sibTrans" cxnId="{A1C396BE-74D5-4888-A691-F39C41E46B9E}">
      <dgm:prSet/>
      <dgm:spPr/>
      <dgm:t>
        <a:bodyPr/>
        <a:lstStyle/>
        <a:p>
          <a:endParaRPr lang="en-IN"/>
        </a:p>
      </dgm:t>
    </dgm:pt>
    <dgm:pt modelId="{F5FB4CA6-2BDC-4A26-9DED-0CF40FE58082}" type="pres">
      <dgm:prSet presAssocID="{2CB0F04C-E793-4620-862F-CA4630A33464}" presName="rootnode" presStyleCnt="0">
        <dgm:presLayoutVars>
          <dgm:chMax/>
          <dgm:chPref/>
          <dgm:dir/>
          <dgm:animLvl val="lvl"/>
        </dgm:presLayoutVars>
      </dgm:prSet>
      <dgm:spPr/>
    </dgm:pt>
    <dgm:pt modelId="{DDA0636F-9CD7-4BBE-A2CA-301DD1E7ED22}" type="pres">
      <dgm:prSet presAssocID="{40D8E4D7-461C-4A9E-80A9-41E2C20855C7}" presName="composite" presStyleCnt="0"/>
      <dgm:spPr/>
    </dgm:pt>
    <dgm:pt modelId="{271FC5EF-00F1-4AE9-AE26-87CA5E2C779C}" type="pres">
      <dgm:prSet presAssocID="{40D8E4D7-461C-4A9E-80A9-41E2C20855C7}" presName="LShape" presStyleLbl="alignNode1" presStyleIdx="0" presStyleCnt="9"/>
      <dgm:spPr/>
    </dgm:pt>
    <dgm:pt modelId="{66630C75-5794-40A5-A125-D61FA79C5F49}" type="pres">
      <dgm:prSet presAssocID="{40D8E4D7-461C-4A9E-80A9-41E2C20855C7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E0A28202-F174-48EC-9013-D32B7C553AE2}" type="pres">
      <dgm:prSet presAssocID="{40D8E4D7-461C-4A9E-80A9-41E2C20855C7}" presName="Triangle" presStyleLbl="alignNode1" presStyleIdx="1" presStyleCnt="9"/>
      <dgm:spPr/>
    </dgm:pt>
    <dgm:pt modelId="{A417014E-1F54-4A51-A16F-A87E73089BF2}" type="pres">
      <dgm:prSet presAssocID="{2F9C7B01-28C1-4740-B02F-DADB698E85F7}" presName="sibTrans" presStyleCnt="0"/>
      <dgm:spPr/>
    </dgm:pt>
    <dgm:pt modelId="{EAFB4F98-B8BA-49F4-BC7C-10355BEA4163}" type="pres">
      <dgm:prSet presAssocID="{2F9C7B01-28C1-4740-B02F-DADB698E85F7}" presName="space" presStyleCnt="0"/>
      <dgm:spPr/>
    </dgm:pt>
    <dgm:pt modelId="{327103E4-30EF-4653-8B98-81371CBD69E9}" type="pres">
      <dgm:prSet presAssocID="{8FF873BD-99BD-48B9-80EB-2C785692D415}" presName="composite" presStyleCnt="0"/>
      <dgm:spPr/>
    </dgm:pt>
    <dgm:pt modelId="{E64CBCE6-B19C-4C05-A64E-7E57F1DE5B53}" type="pres">
      <dgm:prSet presAssocID="{8FF873BD-99BD-48B9-80EB-2C785692D415}" presName="LShape" presStyleLbl="alignNode1" presStyleIdx="2" presStyleCnt="9"/>
      <dgm:spPr/>
    </dgm:pt>
    <dgm:pt modelId="{C32D5ABF-1A16-4A37-A09E-F4DFCDCD1DF1}" type="pres">
      <dgm:prSet presAssocID="{8FF873BD-99BD-48B9-80EB-2C785692D415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E67E74F-BD61-4180-9711-02092F24EFD4}" type="pres">
      <dgm:prSet presAssocID="{8FF873BD-99BD-48B9-80EB-2C785692D415}" presName="Triangle" presStyleLbl="alignNode1" presStyleIdx="3" presStyleCnt="9"/>
      <dgm:spPr/>
    </dgm:pt>
    <dgm:pt modelId="{53BFCFDD-ACC2-4ADE-B41A-81AEFE830CE5}" type="pres">
      <dgm:prSet presAssocID="{FC84AD27-A22D-40DB-B74A-F2A1B2496F7E}" presName="sibTrans" presStyleCnt="0"/>
      <dgm:spPr/>
    </dgm:pt>
    <dgm:pt modelId="{EC2CE4DD-2B9F-4A7D-B6D3-1F302402BCAA}" type="pres">
      <dgm:prSet presAssocID="{FC84AD27-A22D-40DB-B74A-F2A1B2496F7E}" presName="space" presStyleCnt="0"/>
      <dgm:spPr/>
    </dgm:pt>
    <dgm:pt modelId="{2D2BBEEA-5F42-46C6-A1CE-7D52DAFDED00}" type="pres">
      <dgm:prSet presAssocID="{2CD0906D-000B-4EB9-B736-DADBEDB2C7CB}" presName="composite" presStyleCnt="0"/>
      <dgm:spPr/>
    </dgm:pt>
    <dgm:pt modelId="{BF336DED-98C1-4F44-95D3-DE96ED1A9BB4}" type="pres">
      <dgm:prSet presAssocID="{2CD0906D-000B-4EB9-B736-DADBEDB2C7CB}" presName="LShape" presStyleLbl="alignNode1" presStyleIdx="4" presStyleCnt="9"/>
      <dgm:spPr/>
    </dgm:pt>
    <dgm:pt modelId="{43BBCA24-BE20-4735-A699-85DD8B2E4563}" type="pres">
      <dgm:prSet presAssocID="{2CD0906D-000B-4EB9-B736-DADBEDB2C7CB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8FCD960D-6923-49FD-9C7D-223E3536C464}" type="pres">
      <dgm:prSet presAssocID="{2CD0906D-000B-4EB9-B736-DADBEDB2C7CB}" presName="Triangle" presStyleLbl="alignNode1" presStyleIdx="5" presStyleCnt="9"/>
      <dgm:spPr/>
    </dgm:pt>
    <dgm:pt modelId="{3592A1F4-FBE6-47B8-B037-00173E7C4D8E}" type="pres">
      <dgm:prSet presAssocID="{27977207-2495-4546-821D-FBF0DFBF49EC}" presName="sibTrans" presStyleCnt="0"/>
      <dgm:spPr/>
    </dgm:pt>
    <dgm:pt modelId="{3C57D298-CFA9-4AAA-85A0-7C1741C1CF65}" type="pres">
      <dgm:prSet presAssocID="{27977207-2495-4546-821D-FBF0DFBF49EC}" presName="space" presStyleCnt="0"/>
      <dgm:spPr/>
    </dgm:pt>
    <dgm:pt modelId="{B8CF1BA8-4F5C-4E75-8DDA-9D52EF6128A5}" type="pres">
      <dgm:prSet presAssocID="{4BBE6338-92FF-41BF-8414-3A3FAD0485B2}" presName="composite" presStyleCnt="0"/>
      <dgm:spPr/>
    </dgm:pt>
    <dgm:pt modelId="{475C5EDF-58BD-47F3-AD31-89D05D97EAA8}" type="pres">
      <dgm:prSet presAssocID="{4BBE6338-92FF-41BF-8414-3A3FAD0485B2}" presName="LShape" presStyleLbl="alignNode1" presStyleIdx="6" presStyleCnt="9"/>
      <dgm:spPr/>
    </dgm:pt>
    <dgm:pt modelId="{7330B6F9-0006-46F4-ABFE-B11B465F8A16}" type="pres">
      <dgm:prSet presAssocID="{4BBE6338-92FF-41BF-8414-3A3FAD0485B2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2F577760-3B30-41FC-ADDC-CB653B725F71}" type="pres">
      <dgm:prSet presAssocID="{4BBE6338-92FF-41BF-8414-3A3FAD0485B2}" presName="Triangle" presStyleLbl="alignNode1" presStyleIdx="7" presStyleCnt="9"/>
      <dgm:spPr/>
    </dgm:pt>
    <dgm:pt modelId="{B6D8879C-2F9F-40C1-8609-CCDCC3A5742A}" type="pres">
      <dgm:prSet presAssocID="{CD46040E-A2A4-452A-8935-2E689B796A19}" presName="sibTrans" presStyleCnt="0"/>
      <dgm:spPr/>
    </dgm:pt>
    <dgm:pt modelId="{F8B6B53E-3624-48F6-B370-ACD3097AF362}" type="pres">
      <dgm:prSet presAssocID="{CD46040E-A2A4-452A-8935-2E689B796A19}" presName="space" presStyleCnt="0"/>
      <dgm:spPr/>
    </dgm:pt>
    <dgm:pt modelId="{73C94A11-83FE-406E-9FD0-86F71C589E21}" type="pres">
      <dgm:prSet presAssocID="{79AAB6BE-96F5-4F80-B787-96539C70B480}" presName="composite" presStyleCnt="0"/>
      <dgm:spPr/>
    </dgm:pt>
    <dgm:pt modelId="{2A187523-3F03-4B14-BA7B-1D0D8AC90727}" type="pres">
      <dgm:prSet presAssocID="{79AAB6BE-96F5-4F80-B787-96539C70B480}" presName="LShape" presStyleLbl="alignNode1" presStyleIdx="8" presStyleCnt="9"/>
      <dgm:spPr/>
    </dgm:pt>
    <dgm:pt modelId="{BB3ECC0B-6293-4066-8593-74790B003720}" type="pres">
      <dgm:prSet presAssocID="{79AAB6BE-96F5-4F80-B787-96539C70B480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A799540E-5C58-4C8E-B32B-5ED7DACDB598}" type="presOf" srcId="{40D8E4D7-461C-4A9E-80A9-41E2C20855C7}" destId="{66630C75-5794-40A5-A125-D61FA79C5F49}" srcOrd="0" destOrd="0" presId="urn:microsoft.com/office/officeart/2009/3/layout/StepUpProcess"/>
    <dgm:cxn modelId="{E6102416-7B03-4899-95EF-9906C7FD2534}" type="presOf" srcId="{79AAB6BE-96F5-4F80-B787-96539C70B480}" destId="{BB3ECC0B-6293-4066-8593-74790B003720}" srcOrd="0" destOrd="0" presId="urn:microsoft.com/office/officeart/2009/3/layout/StepUpProcess"/>
    <dgm:cxn modelId="{DA280D17-0181-4FAE-9E75-880A74AEF6D9}" srcId="{2CB0F04C-E793-4620-862F-CA4630A33464}" destId="{4BBE6338-92FF-41BF-8414-3A3FAD0485B2}" srcOrd="3" destOrd="0" parTransId="{49EA85AF-B53F-4E80-A05A-8E9E69B9FED3}" sibTransId="{CD46040E-A2A4-452A-8935-2E689B796A19}"/>
    <dgm:cxn modelId="{ABBED52F-F136-468E-98E4-8D5C67D75ABB}" type="presOf" srcId="{2CD0906D-000B-4EB9-B736-DADBEDB2C7CB}" destId="{43BBCA24-BE20-4735-A699-85DD8B2E4563}" srcOrd="0" destOrd="0" presId="urn:microsoft.com/office/officeart/2009/3/layout/StepUpProcess"/>
    <dgm:cxn modelId="{3233E732-0E76-4065-BB83-61B73FBD2431}" type="presOf" srcId="{4BBE6338-92FF-41BF-8414-3A3FAD0485B2}" destId="{7330B6F9-0006-46F4-ABFE-B11B465F8A16}" srcOrd="0" destOrd="0" presId="urn:microsoft.com/office/officeart/2009/3/layout/StepUpProcess"/>
    <dgm:cxn modelId="{EACDC933-E749-48B9-83A5-20FD4B650119}" type="presOf" srcId="{2CB0F04C-E793-4620-862F-CA4630A33464}" destId="{F5FB4CA6-2BDC-4A26-9DED-0CF40FE58082}" srcOrd="0" destOrd="0" presId="urn:microsoft.com/office/officeart/2009/3/layout/StepUpProcess"/>
    <dgm:cxn modelId="{FBF13B79-9F51-448D-94E2-988AC2576282}" type="presOf" srcId="{8FF873BD-99BD-48B9-80EB-2C785692D415}" destId="{C32D5ABF-1A16-4A37-A09E-F4DFCDCD1DF1}" srcOrd="0" destOrd="0" presId="urn:microsoft.com/office/officeart/2009/3/layout/StepUpProcess"/>
    <dgm:cxn modelId="{D39CC5B3-7520-4055-A370-3499813F49E2}" srcId="{2CB0F04C-E793-4620-862F-CA4630A33464}" destId="{2CD0906D-000B-4EB9-B736-DADBEDB2C7CB}" srcOrd="2" destOrd="0" parTransId="{5F82E145-0D51-4CDD-AF3B-001AF4573CB2}" sibTransId="{27977207-2495-4546-821D-FBF0DFBF49EC}"/>
    <dgm:cxn modelId="{BF0D6ABA-B657-4381-8F01-0A47A3EB6BAD}" srcId="{2CB0F04C-E793-4620-862F-CA4630A33464}" destId="{40D8E4D7-461C-4A9E-80A9-41E2C20855C7}" srcOrd="0" destOrd="0" parTransId="{F30104C5-D6B8-40E8-A1F5-B3281CAD56E6}" sibTransId="{2F9C7B01-28C1-4740-B02F-DADB698E85F7}"/>
    <dgm:cxn modelId="{A1C396BE-74D5-4888-A691-F39C41E46B9E}" srcId="{2CB0F04C-E793-4620-862F-CA4630A33464}" destId="{79AAB6BE-96F5-4F80-B787-96539C70B480}" srcOrd="4" destOrd="0" parTransId="{F90A46D4-6446-4D87-8429-295F4E33559D}" sibTransId="{D698DB51-394D-4EBC-85A4-3B2C6FBE9BB4}"/>
    <dgm:cxn modelId="{2A9BE1FA-119C-4FAD-907F-730385D2844B}" srcId="{2CB0F04C-E793-4620-862F-CA4630A33464}" destId="{8FF873BD-99BD-48B9-80EB-2C785692D415}" srcOrd="1" destOrd="0" parTransId="{7D7E9EB1-726B-4D65-8F7F-10C64D3F6FF0}" sibTransId="{FC84AD27-A22D-40DB-B74A-F2A1B2496F7E}"/>
    <dgm:cxn modelId="{8E256A3C-AD75-4D3E-9645-08B4D9A61663}" type="presParOf" srcId="{F5FB4CA6-2BDC-4A26-9DED-0CF40FE58082}" destId="{DDA0636F-9CD7-4BBE-A2CA-301DD1E7ED22}" srcOrd="0" destOrd="0" presId="urn:microsoft.com/office/officeart/2009/3/layout/StepUpProcess"/>
    <dgm:cxn modelId="{700D06DB-D85F-4CF6-B18A-D91C89203F34}" type="presParOf" srcId="{DDA0636F-9CD7-4BBE-A2CA-301DD1E7ED22}" destId="{271FC5EF-00F1-4AE9-AE26-87CA5E2C779C}" srcOrd="0" destOrd="0" presId="urn:microsoft.com/office/officeart/2009/3/layout/StepUpProcess"/>
    <dgm:cxn modelId="{3F090F13-8D6E-41FF-B269-D742A9F245A8}" type="presParOf" srcId="{DDA0636F-9CD7-4BBE-A2CA-301DD1E7ED22}" destId="{66630C75-5794-40A5-A125-D61FA79C5F49}" srcOrd="1" destOrd="0" presId="urn:microsoft.com/office/officeart/2009/3/layout/StepUpProcess"/>
    <dgm:cxn modelId="{0F00EF99-7326-482A-B6E4-30FA72AEF055}" type="presParOf" srcId="{DDA0636F-9CD7-4BBE-A2CA-301DD1E7ED22}" destId="{E0A28202-F174-48EC-9013-D32B7C553AE2}" srcOrd="2" destOrd="0" presId="urn:microsoft.com/office/officeart/2009/3/layout/StepUpProcess"/>
    <dgm:cxn modelId="{F44F660C-2A4B-4AAB-B2A2-058A84E701D4}" type="presParOf" srcId="{F5FB4CA6-2BDC-4A26-9DED-0CF40FE58082}" destId="{A417014E-1F54-4A51-A16F-A87E73089BF2}" srcOrd="1" destOrd="0" presId="urn:microsoft.com/office/officeart/2009/3/layout/StepUpProcess"/>
    <dgm:cxn modelId="{378AA2B2-E417-4C12-91E0-66D2F25A2CED}" type="presParOf" srcId="{A417014E-1F54-4A51-A16F-A87E73089BF2}" destId="{EAFB4F98-B8BA-49F4-BC7C-10355BEA4163}" srcOrd="0" destOrd="0" presId="urn:microsoft.com/office/officeart/2009/3/layout/StepUpProcess"/>
    <dgm:cxn modelId="{71C38E32-0929-4A34-A455-AA325E9E9A90}" type="presParOf" srcId="{F5FB4CA6-2BDC-4A26-9DED-0CF40FE58082}" destId="{327103E4-30EF-4653-8B98-81371CBD69E9}" srcOrd="2" destOrd="0" presId="urn:microsoft.com/office/officeart/2009/3/layout/StepUpProcess"/>
    <dgm:cxn modelId="{420FAE9F-68F2-4B3A-967F-AF7DB37D69B2}" type="presParOf" srcId="{327103E4-30EF-4653-8B98-81371CBD69E9}" destId="{E64CBCE6-B19C-4C05-A64E-7E57F1DE5B53}" srcOrd="0" destOrd="0" presId="urn:microsoft.com/office/officeart/2009/3/layout/StepUpProcess"/>
    <dgm:cxn modelId="{364FF19C-496B-4922-9938-CB9F34651B1A}" type="presParOf" srcId="{327103E4-30EF-4653-8B98-81371CBD69E9}" destId="{C32D5ABF-1A16-4A37-A09E-F4DFCDCD1DF1}" srcOrd="1" destOrd="0" presId="urn:microsoft.com/office/officeart/2009/3/layout/StepUpProcess"/>
    <dgm:cxn modelId="{052637BD-FF39-4754-81E1-C34FF3D6F3C7}" type="presParOf" srcId="{327103E4-30EF-4653-8B98-81371CBD69E9}" destId="{1E67E74F-BD61-4180-9711-02092F24EFD4}" srcOrd="2" destOrd="0" presId="urn:microsoft.com/office/officeart/2009/3/layout/StepUpProcess"/>
    <dgm:cxn modelId="{C68F5FBE-DA35-4FE9-93BB-95300ECAE474}" type="presParOf" srcId="{F5FB4CA6-2BDC-4A26-9DED-0CF40FE58082}" destId="{53BFCFDD-ACC2-4ADE-B41A-81AEFE830CE5}" srcOrd="3" destOrd="0" presId="urn:microsoft.com/office/officeart/2009/3/layout/StepUpProcess"/>
    <dgm:cxn modelId="{F837AC9F-182A-4701-9C9B-844167C87099}" type="presParOf" srcId="{53BFCFDD-ACC2-4ADE-B41A-81AEFE830CE5}" destId="{EC2CE4DD-2B9F-4A7D-B6D3-1F302402BCAA}" srcOrd="0" destOrd="0" presId="urn:microsoft.com/office/officeart/2009/3/layout/StepUpProcess"/>
    <dgm:cxn modelId="{851600FA-9214-4507-BCBC-8113A5D2529F}" type="presParOf" srcId="{F5FB4CA6-2BDC-4A26-9DED-0CF40FE58082}" destId="{2D2BBEEA-5F42-46C6-A1CE-7D52DAFDED00}" srcOrd="4" destOrd="0" presId="urn:microsoft.com/office/officeart/2009/3/layout/StepUpProcess"/>
    <dgm:cxn modelId="{CA714BE9-E65D-4D50-80DA-410621E82351}" type="presParOf" srcId="{2D2BBEEA-5F42-46C6-A1CE-7D52DAFDED00}" destId="{BF336DED-98C1-4F44-95D3-DE96ED1A9BB4}" srcOrd="0" destOrd="0" presId="urn:microsoft.com/office/officeart/2009/3/layout/StepUpProcess"/>
    <dgm:cxn modelId="{86D03B21-83C6-4759-8D8E-F3169532346D}" type="presParOf" srcId="{2D2BBEEA-5F42-46C6-A1CE-7D52DAFDED00}" destId="{43BBCA24-BE20-4735-A699-85DD8B2E4563}" srcOrd="1" destOrd="0" presId="urn:microsoft.com/office/officeart/2009/3/layout/StepUpProcess"/>
    <dgm:cxn modelId="{69D2564B-1050-4F75-8D8E-FA7C15B8764B}" type="presParOf" srcId="{2D2BBEEA-5F42-46C6-A1CE-7D52DAFDED00}" destId="{8FCD960D-6923-49FD-9C7D-223E3536C464}" srcOrd="2" destOrd="0" presId="urn:microsoft.com/office/officeart/2009/3/layout/StepUpProcess"/>
    <dgm:cxn modelId="{A5DEAEC7-9B22-47DD-8414-DC008B73B5CA}" type="presParOf" srcId="{F5FB4CA6-2BDC-4A26-9DED-0CF40FE58082}" destId="{3592A1F4-FBE6-47B8-B037-00173E7C4D8E}" srcOrd="5" destOrd="0" presId="urn:microsoft.com/office/officeart/2009/3/layout/StepUpProcess"/>
    <dgm:cxn modelId="{3980D727-B0B6-436E-9D97-4347B1EB5035}" type="presParOf" srcId="{3592A1F4-FBE6-47B8-B037-00173E7C4D8E}" destId="{3C57D298-CFA9-4AAA-85A0-7C1741C1CF65}" srcOrd="0" destOrd="0" presId="urn:microsoft.com/office/officeart/2009/3/layout/StepUpProcess"/>
    <dgm:cxn modelId="{406B71D8-6374-4325-AF37-2768DA8D9A4A}" type="presParOf" srcId="{F5FB4CA6-2BDC-4A26-9DED-0CF40FE58082}" destId="{B8CF1BA8-4F5C-4E75-8DDA-9D52EF6128A5}" srcOrd="6" destOrd="0" presId="urn:microsoft.com/office/officeart/2009/3/layout/StepUpProcess"/>
    <dgm:cxn modelId="{AD2DB934-A496-4AE1-81F7-BF96B0ED20C4}" type="presParOf" srcId="{B8CF1BA8-4F5C-4E75-8DDA-9D52EF6128A5}" destId="{475C5EDF-58BD-47F3-AD31-89D05D97EAA8}" srcOrd="0" destOrd="0" presId="urn:microsoft.com/office/officeart/2009/3/layout/StepUpProcess"/>
    <dgm:cxn modelId="{ABFC2E0F-E6E9-4636-8D68-06C9834D42DF}" type="presParOf" srcId="{B8CF1BA8-4F5C-4E75-8DDA-9D52EF6128A5}" destId="{7330B6F9-0006-46F4-ABFE-B11B465F8A16}" srcOrd="1" destOrd="0" presId="urn:microsoft.com/office/officeart/2009/3/layout/StepUpProcess"/>
    <dgm:cxn modelId="{0684464C-0A80-47FA-BAA3-F6664D8A1BAA}" type="presParOf" srcId="{B8CF1BA8-4F5C-4E75-8DDA-9D52EF6128A5}" destId="{2F577760-3B30-41FC-ADDC-CB653B725F71}" srcOrd="2" destOrd="0" presId="urn:microsoft.com/office/officeart/2009/3/layout/StepUpProcess"/>
    <dgm:cxn modelId="{6832E68D-BEA6-4F4A-962B-0120776A9E7F}" type="presParOf" srcId="{F5FB4CA6-2BDC-4A26-9DED-0CF40FE58082}" destId="{B6D8879C-2F9F-40C1-8609-CCDCC3A5742A}" srcOrd="7" destOrd="0" presId="urn:microsoft.com/office/officeart/2009/3/layout/StepUpProcess"/>
    <dgm:cxn modelId="{DBAF1864-79D8-4EE3-87F6-8EEA4F747D23}" type="presParOf" srcId="{B6D8879C-2F9F-40C1-8609-CCDCC3A5742A}" destId="{F8B6B53E-3624-48F6-B370-ACD3097AF362}" srcOrd="0" destOrd="0" presId="urn:microsoft.com/office/officeart/2009/3/layout/StepUpProcess"/>
    <dgm:cxn modelId="{D33F2CF5-AC34-4F17-A3B6-0642FC6C6A7F}" type="presParOf" srcId="{F5FB4CA6-2BDC-4A26-9DED-0CF40FE58082}" destId="{73C94A11-83FE-406E-9FD0-86F71C589E21}" srcOrd="8" destOrd="0" presId="urn:microsoft.com/office/officeart/2009/3/layout/StepUpProcess"/>
    <dgm:cxn modelId="{2A705AF8-DCB5-48A5-8B89-514BEDBAA513}" type="presParOf" srcId="{73C94A11-83FE-406E-9FD0-86F71C589E21}" destId="{2A187523-3F03-4B14-BA7B-1D0D8AC90727}" srcOrd="0" destOrd="0" presId="urn:microsoft.com/office/officeart/2009/3/layout/StepUpProcess"/>
    <dgm:cxn modelId="{D970B178-93F4-470E-A25D-948F6672C3A5}" type="presParOf" srcId="{73C94A11-83FE-406E-9FD0-86F71C589E21}" destId="{BB3ECC0B-6293-4066-8593-74790B00372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DE6E4-CB9B-4BF3-9BB1-A3D02ED97996}">
      <dsp:nvSpPr>
        <dsp:cNvPr id="0" name=""/>
        <dsp:cNvSpPr/>
      </dsp:nvSpPr>
      <dsp:spPr>
        <a:xfrm>
          <a:off x="2942" y="22699"/>
          <a:ext cx="2868483" cy="8703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Nunito Sans" pitchFamily="2" charset="0"/>
              <a:ea typeface="Cambria" pitchFamily="34" charset="-122"/>
              <a:cs typeface="Cambria" pitchFamily="34" charset="-120"/>
            </a:rPr>
            <a:t>99%</a:t>
          </a:r>
          <a:endParaRPr lang="en-US" sz="3600" kern="1200" dirty="0">
            <a:latin typeface="Nunito Sans" pitchFamily="2" charset="0"/>
          </a:endParaRPr>
        </a:p>
      </dsp:txBody>
      <dsp:txXfrm>
        <a:off x="2942" y="22699"/>
        <a:ext cx="2868483" cy="870336"/>
      </dsp:txXfrm>
    </dsp:sp>
    <dsp:sp modelId="{21CF92B8-FB23-4BD8-A5A2-F4B58FDE9427}">
      <dsp:nvSpPr>
        <dsp:cNvPr id="0" name=""/>
        <dsp:cNvSpPr/>
      </dsp:nvSpPr>
      <dsp:spPr>
        <a:xfrm>
          <a:off x="2942" y="893035"/>
          <a:ext cx="2868483" cy="122975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Nunito Sans" pitchFamily="2" charset="0"/>
              <a:ea typeface="Calibri" pitchFamily="34" charset="-122"/>
              <a:cs typeface="Calibri" pitchFamily="34" charset="-120"/>
            </a:rPr>
            <a:t>Verification accuracy</a:t>
          </a:r>
          <a:endParaRPr lang="en-US" sz="2400" kern="1200" dirty="0">
            <a:latin typeface="Nunito Sans" pitchFamily="2" charset="0"/>
          </a:endParaRPr>
        </a:p>
      </dsp:txBody>
      <dsp:txXfrm>
        <a:off x="2942" y="893035"/>
        <a:ext cx="2868483" cy="1229759"/>
      </dsp:txXfrm>
    </dsp:sp>
    <dsp:sp modelId="{D1E67156-5AAA-411A-9160-86160D137BDC}">
      <dsp:nvSpPr>
        <dsp:cNvPr id="0" name=""/>
        <dsp:cNvSpPr/>
      </dsp:nvSpPr>
      <dsp:spPr>
        <a:xfrm>
          <a:off x="3273013" y="22699"/>
          <a:ext cx="2868483" cy="870336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Nunito Sans" pitchFamily="2" charset="0"/>
              <a:ea typeface="Cambria" pitchFamily="34" charset="-122"/>
              <a:cs typeface="Cambria" pitchFamily="34" charset="-120"/>
            </a:rPr>
            <a:t>2-4</a:t>
          </a:r>
          <a:endParaRPr lang="en-US" sz="3600" kern="1200" dirty="0">
            <a:latin typeface="Nunito Sans" pitchFamily="2" charset="0"/>
          </a:endParaRPr>
        </a:p>
      </dsp:txBody>
      <dsp:txXfrm>
        <a:off x="3273013" y="22699"/>
        <a:ext cx="2868483" cy="870336"/>
      </dsp:txXfrm>
    </dsp:sp>
    <dsp:sp modelId="{D0082A4F-9207-465C-887E-037BE4D307BC}">
      <dsp:nvSpPr>
        <dsp:cNvPr id="0" name=""/>
        <dsp:cNvSpPr/>
      </dsp:nvSpPr>
      <dsp:spPr>
        <a:xfrm>
          <a:off x="3273013" y="893035"/>
          <a:ext cx="2868483" cy="1229759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Nunito Sans" pitchFamily="2" charset="0"/>
              <a:ea typeface="Calibri" pitchFamily="34" charset="-122"/>
              <a:cs typeface="Calibri" pitchFamily="34" charset="-120"/>
            </a:rPr>
            <a:t>Weeks to go live</a:t>
          </a:r>
          <a:endParaRPr lang="en-US" sz="2400" kern="1200" dirty="0">
            <a:latin typeface="Nunito Sans" pitchFamily="2" charset="0"/>
          </a:endParaRPr>
        </a:p>
      </dsp:txBody>
      <dsp:txXfrm>
        <a:off x="3273013" y="893035"/>
        <a:ext cx="2868483" cy="1229759"/>
      </dsp:txXfrm>
    </dsp:sp>
    <dsp:sp modelId="{75F90E60-641A-4B61-B41D-B456F912B46D}">
      <dsp:nvSpPr>
        <dsp:cNvPr id="0" name=""/>
        <dsp:cNvSpPr/>
      </dsp:nvSpPr>
      <dsp:spPr>
        <a:xfrm>
          <a:off x="6543084" y="22699"/>
          <a:ext cx="2868483" cy="870336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Nunito Sans" pitchFamily="2" charset="0"/>
              <a:ea typeface="Cambria" pitchFamily="34" charset="-122"/>
              <a:cs typeface="Cambria" pitchFamily="34" charset="-120"/>
            </a:rPr>
            <a:t>80%</a:t>
          </a:r>
          <a:endParaRPr lang="en-US" sz="3600" kern="1200" dirty="0">
            <a:latin typeface="Nunito Sans" pitchFamily="2" charset="0"/>
          </a:endParaRPr>
        </a:p>
      </dsp:txBody>
      <dsp:txXfrm>
        <a:off x="6543084" y="22699"/>
        <a:ext cx="2868483" cy="870336"/>
      </dsp:txXfrm>
    </dsp:sp>
    <dsp:sp modelId="{97455DCD-28B5-4813-938C-E50DDF44A761}">
      <dsp:nvSpPr>
        <dsp:cNvPr id="0" name=""/>
        <dsp:cNvSpPr/>
      </dsp:nvSpPr>
      <dsp:spPr>
        <a:xfrm>
          <a:off x="6543084" y="893035"/>
          <a:ext cx="2868483" cy="1229759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Nunito Sans" pitchFamily="2" charset="0"/>
              <a:ea typeface="Calibri" pitchFamily="34" charset="-122"/>
              <a:cs typeface="Calibri" pitchFamily="34" charset="-120"/>
            </a:rPr>
            <a:t>Fewer mapping mistake</a:t>
          </a:r>
          <a:endParaRPr lang="en-US" sz="2400" kern="1200" dirty="0">
            <a:latin typeface="Nunito Sans" pitchFamily="2" charset="0"/>
          </a:endParaRPr>
        </a:p>
      </dsp:txBody>
      <dsp:txXfrm>
        <a:off x="6543084" y="893035"/>
        <a:ext cx="2868483" cy="12297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9AEBD-7927-4529-9455-941BBAAC5922}">
      <dsp:nvSpPr>
        <dsp:cNvPr id="0" name=""/>
        <dsp:cNvSpPr/>
      </dsp:nvSpPr>
      <dsp:spPr>
        <a:xfrm rot="5400000">
          <a:off x="6324887" y="183659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Material Requisition</a:t>
          </a:r>
        </a:p>
      </dsp:txBody>
      <dsp:txXfrm rot="-5400000">
        <a:off x="6891073" y="440064"/>
        <a:ext cx="1690441" cy="1943037"/>
      </dsp:txXfrm>
    </dsp:sp>
    <dsp:sp modelId="{D738DC1A-441E-4EB6-BFDB-1B8D2893B3F8}">
      <dsp:nvSpPr>
        <dsp:cNvPr id="0" name=""/>
        <dsp:cNvSpPr/>
      </dsp:nvSpPr>
      <dsp:spPr>
        <a:xfrm>
          <a:off x="9038740" y="564739"/>
          <a:ext cx="3150259" cy="1693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606FC5-2CEB-4CDF-9A50-66B91EE6FE08}">
      <dsp:nvSpPr>
        <dsp:cNvPr id="0" name=""/>
        <dsp:cNvSpPr/>
      </dsp:nvSpPr>
      <dsp:spPr>
        <a:xfrm rot="5400000">
          <a:off x="3672572" y="183659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238758" y="440064"/>
        <a:ext cx="1690441" cy="1943037"/>
      </dsp:txXfrm>
    </dsp:sp>
    <dsp:sp modelId="{DFE539C8-D039-4763-9EB7-8FDCAD29D740}">
      <dsp:nvSpPr>
        <dsp:cNvPr id="0" name=""/>
        <dsp:cNvSpPr/>
      </dsp:nvSpPr>
      <dsp:spPr>
        <a:xfrm rot="5400000">
          <a:off x="4993648" y="2579663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QR Generation &amp; scanning </a:t>
          </a:r>
        </a:p>
      </dsp:txBody>
      <dsp:txXfrm rot="-5400000">
        <a:off x="5559834" y="2836068"/>
        <a:ext cx="1690441" cy="1943037"/>
      </dsp:txXfrm>
    </dsp:sp>
    <dsp:sp modelId="{B47050E1-1F2E-4E23-AA29-7B73501AF1D7}">
      <dsp:nvSpPr>
        <dsp:cNvPr id="0" name=""/>
        <dsp:cNvSpPr/>
      </dsp:nvSpPr>
      <dsp:spPr>
        <a:xfrm>
          <a:off x="2026872" y="2960743"/>
          <a:ext cx="3048638" cy="1693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D1578-DAC3-4374-8DE4-4959319A54FE}">
      <dsp:nvSpPr>
        <dsp:cNvPr id="0" name=""/>
        <dsp:cNvSpPr/>
      </dsp:nvSpPr>
      <dsp:spPr>
        <a:xfrm rot="5400000">
          <a:off x="7645964" y="2579663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8212150" y="2836068"/>
        <a:ext cx="1690441" cy="1943037"/>
      </dsp:txXfrm>
    </dsp:sp>
    <dsp:sp modelId="{083BC4C5-61EA-4ACA-A44F-90009A6CFEC2}">
      <dsp:nvSpPr>
        <dsp:cNvPr id="0" name=""/>
        <dsp:cNvSpPr/>
      </dsp:nvSpPr>
      <dsp:spPr>
        <a:xfrm rot="5400000">
          <a:off x="6324887" y="4975667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BOM &amp; Component    verification</a:t>
          </a:r>
        </a:p>
      </dsp:txBody>
      <dsp:txXfrm rot="-5400000">
        <a:off x="6891073" y="5232072"/>
        <a:ext cx="1690441" cy="1943037"/>
      </dsp:txXfrm>
    </dsp:sp>
    <dsp:sp modelId="{29CC0CCF-F615-436B-AC35-E3E61BB5495A}">
      <dsp:nvSpPr>
        <dsp:cNvPr id="0" name=""/>
        <dsp:cNvSpPr/>
      </dsp:nvSpPr>
      <dsp:spPr>
        <a:xfrm>
          <a:off x="9038740" y="5356746"/>
          <a:ext cx="3150259" cy="1693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273EB0-A5E1-4DCE-80F9-CE091959BD61}">
      <dsp:nvSpPr>
        <dsp:cNvPr id="0" name=""/>
        <dsp:cNvSpPr/>
      </dsp:nvSpPr>
      <dsp:spPr>
        <a:xfrm rot="5400000">
          <a:off x="3672572" y="4975667"/>
          <a:ext cx="2822813" cy="2455847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238758" y="5232072"/>
        <a:ext cx="1690441" cy="19430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E8EE8-D5EB-4B5A-AFD2-B735E74748DC}">
      <dsp:nvSpPr>
        <dsp:cNvPr id="0" name=""/>
        <dsp:cNvSpPr/>
      </dsp:nvSpPr>
      <dsp:spPr>
        <a:xfrm>
          <a:off x="0" y="137967"/>
          <a:ext cx="14782800" cy="154984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7310" tIns="874776" rIns="1147310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/>
            <a:t>Catches issues before production or assembly begins – not after.</a:t>
          </a:r>
          <a:endParaRPr lang="en-IN" sz="3200" b="1" kern="1200" dirty="0"/>
        </a:p>
      </dsp:txBody>
      <dsp:txXfrm>
        <a:off x="0" y="137967"/>
        <a:ext cx="14782800" cy="1549842"/>
      </dsp:txXfrm>
    </dsp:sp>
    <dsp:sp modelId="{C67482DE-2A4F-4C4F-88FF-7993839B23A4}">
      <dsp:nvSpPr>
        <dsp:cNvPr id="0" name=""/>
        <dsp:cNvSpPr/>
      </dsp:nvSpPr>
      <dsp:spPr>
        <a:xfrm>
          <a:off x="739140" y="13973"/>
          <a:ext cx="10347960" cy="90673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91128" tIns="0" rIns="391128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b="1" kern="1200" dirty="0"/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Pre-Assembly Verification</a:t>
          </a:r>
          <a:br>
            <a:rPr lang="en-US" sz="4000" b="1" kern="1200" dirty="0"/>
          </a:br>
          <a:endParaRPr lang="en-US" sz="4000" b="1" kern="1200" dirty="0"/>
        </a:p>
      </dsp:txBody>
      <dsp:txXfrm>
        <a:off x="783403" y="58236"/>
        <a:ext cx="10259434" cy="818210"/>
      </dsp:txXfrm>
    </dsp:sp>
    <dsp:sp modelId="{6F54D528-FE58-40E9-8003-FD09A9147C65}">
      <dsp:nvSpPr>
        <dsp:cNvPr id="0" name=""/>
        <dsp:cNvSpPr/>
      </dsp:nvSpPr>
      <dsp:spPr>
        <a:xfrm>
          <a:off x="0" y="2205516"/>
          <a:ext cx="14782800" cy="197813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7310" tIns="874776" rIns="1147310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/>
            <a:t>Enforces BOM rules automatically, eliminating manual verification.</a:t>
          </a:r>
          <a:endParaRPr lang="en-IN" sz="3200" b="1" kern="1200" dirty="0"/>
        </a:p>
      </dsp:txBody>
      <dsp:txXfrm>
        <a:off x="0" y="2205516"/>
        <a:ext cx="14782800" cy="1978133"/>
      </dsp:txXfrm>
    </dsp:sp>
    <dsp:sp modelId="{5CD3681C-DFD5-4135-ADAE-48A0F1DA5197}">
      <dsp:nvSpPr>
        <dsp:cNvPr id="0" name=""/>
        <dsp:cNvSpPr/>
      </dsp:nvSpPr>
      <dsp:spPr>
        <a:xfrm>
          <a:off x="739140" y="2002551"/>
          <a:ext cx="10347960" cy="1061406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91128" tIns="0" rIns="391128" bIns="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300" b="1" kern="1200" dirty="0"/>
        </a:p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Automatic BOM Compliance</a:t>
          </a:r>
          <a:br>
            <a:rPr lang="en-US" sz="4000" kern="1200" dirty="0"/>
          </a:br>
          <a:endParaRPr lang="en-US" sz="4000" kern="1200" dirty="0"/>
        </a:p>
      </dsp:txBody>
      <dsp:txXfrm>
        <a:off x="790954" y="2054365"/>
        <a:ext cx="10244332" cy="957778"/>
      </dsp:txXfrm>
    </dsp:sp>
    <dsp:sp modelId="{DD015EEE-B9AF-438D-9AAC-B20BB5B72253}">
      <dsp:nvSpPr>
        <dsp:cNvPr id="0" name=""/>
        <dsp:cNvSpPr/>
      </dsp:nvSpPr>
      <dsp:spPr>
        <a:xfrm>
          <a:off x="0" y="4658165"/>
          <a:ext cx="14782800" cy="22121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7310" tIns="874776" rIns="1147310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/>
            <a:t>Built-in QR code generation for seamless component identification and tracking.</a:t>
          </a:r>
          <a:endParaRPr lang="en-IN" sz="3200" b="1" kern="1200" dirty="0"/>
        </a:p>
      </dsp:txBody>
      <dsp:txXfrm>
        <a:off x="0" y="4658165"/>
        <a:ext cx="14782800" cy="2212185"/>
      </dsp:txXfrm>
    </dsp:sp>
    <dsp:sp modelId="{A393BBC2-601E-4ED9-A129-47DE40D8C2F3}">
      <dsp:nvSpPr>
        <dsp:cNvPr id="0" name=""/>
        <dsp:cNvSpPr/>
      </dsp:nvSpPr>
      <dsp:spPr>
        <a:xfrm>
          <a:off x="739140" y="4574092"/>
          <a:ext cx="10347960" cy="822072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91128" tIns="0" rIns="391128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b="1" kern="1200" dirty="0"/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Native QR Generation</a:t>
          </a:r>
          <a:br>
            <a:rPr lang="en-US" sz="4000" kern="1200" dirty="0"/>
          </a:br>
          <a:endParaRPr lang="en-US" sz="4000" kern="1200" dirty="0"/>
        </a:p>
      </dsp:txBody>
      <dsp:txXfrm>
        <a:off x="779270" y="4614222"/>
        <a:ext cx="10267700" cy="741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FC5EF-00F1-4AE9-AE26-87CA5E2C779C}">
      <dsp:nvSpPr>
        <dsp:cNvPr id="0" name=""/>
        <dsp:cNvSpPr/>
      </dsp:nvSpPr>
      <dsp:spPr>
        <a:xfrm rot="5400000">
          <a:off x="614921" y="8847018"/>
          <a:ext cx="1830914" cy="304660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6630C75-5794-40A5-A125-D61FA79C5F49}">
      <dsp:nvSpPr>
        <dsp:cNvPr id="0" name=""/>
        <dsp:cNvSpPr/>
      </dsp:nvSpPr>
      <dsp:spPr>
        <a:xfrm>
          <a:off x="309295" y="9757296"/>
          <a:ext cx="2750488" cy="2410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Higher Accuracy </a:t>
          </a:r>
          <a:endParaRPr lang="en-IN" sz="4000" b="1" kern="1200" dirty="0"/>
        </a:p>
      </dsp:txBody>
      <dsp:txXfrm>
        <a:off x="309295" y="9757296"/>
        <a:ext cx="2750488" cy="2410964"/>
      </dsp:txXfrm>
    </dsp:sp>
    <dsp:sp modelId="{E0A28202-F174-48EC-9013-D32B7C553AE2}">
      <dsp:nvSpPr>
        <dsp:cNvPr id="0" name=""/>
        <dsp:cNvSpPr/>
      </dsp:nvSpPr>
      <dsp:spPr>
        <a:xfrm>
          <a:off x="2540823" y="8622724"/>
          <a:ext cx="518960" cy="51896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64CBCE6-B19C-4C05-A64E-7E57F1DE5B53}">
      <dsp:nvSpPr>
        <dsp:cNvPr id="0" name=""/>
        <dsp:cNvSpPr/>
      </dsp:nvSpPr>
      <dsp:spPr>
        <a:xfrm rot="5400000">
          <a:off x="3982055" y="8013818"/>
          <a:ext cx="1830914" cy="304660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2D5ABF-1A16-4A37-A09E-F4DFCDCD1DF1}">
      <dsp:nvSpPr>
        <dsp:cNvPr id="0" name=""/>
        <dsp:cNvSpPr/>
      </dsp:nvSpPr>
      <dsp:spPr>
        <a:xfrm>
          <a:off x="3676430" y="8924095"/>
          <a:ext cx="2750488" cy="2410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Native QR code generation</a:t>
          </a:r>
          <a:endParaRPr lang="en-IN" sz="4000" b="1" kern="1200" dirty="0"/>
        </a:p>
      </dsp:txBody>
      <dsp:txXfrm>
        <a:off x="3676430" y="8924095"/>
        <a:ext cx="2750488" cy="2410964"/>
      </dsp:txXfrm>
    </dsp:sp>
    <dsp:sp modelId="{1E67E74F-BD61-4180-9711-02092F24EFD4}">
      <dsp:nvSpPr>
        <dsp:cNvPr id="0" name=""/>
        <dsp:cNvSpPr/>
      </dsp:nvSpPr>
      <dsp:spPr>
        <a:xfrm>
          <a:off x="5907958" y="7789524"/>
          <a:ext cx="518960" cy="51896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336DED-98C1-4F44-95D3-DE96ED1A9BB4}">
      <dsp:nvSpPr>
        <dsp:cNvPr id="0" name=""/>
        <dsp:cNvSpPr/>
      </dsp:nvSpPr>
      <dsp:spPr>
        <a:xfrm rot="5400000">
          <a:off x="7349190" y="7180617"/>
          <a:ext cx="1830914" cy="304660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BBCA24-BE20-4735-A699-85DD8B2E4563}">
      <dsp:nvSpPr>
        <dsp:cNvPr id="0" name=""/>
        <dsp:cNvSpPr/>
      </dsp:nvSpPr>
      <dsp:spPr>
        <a:xfrm>
          <a:off x="7043565" y="8090894"/>
          <a:ext cx="2750488" cy="2410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BOM</a:t>
          </a:r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Verification</a:t>
          </a:r>
          <a:endParaRPr lang="en-IN" sz="4000" b="1" kern="1200" dirty="0"/>
        </a:p>
      </dsp:txBody>
      <dsp:txXfrm>
        <a:off x="7043565" y="8090894"/>
        <a:ext cx="2750488" cy="2410964"/>
      </dsp:txXfrm>
    </dsp:sp>
    <dsp:sp modelId="{8FCD960D-6923-49FD-9C7D-223E3536C464}">
      <dsp:nvSpPr>
        <dsp:cNvPr id="0" name=""/>
        <dsp:cNvSpPr/>
      </dsp:nvSpPr>
      <dsp:spPr>
        <a:xfrm>
          <a:off x="9275093" y="6956323"/>
          <a:ext cx="518960" cy="51896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5C5EDF-58BD-47F3-AD31-89D05D97EAA8}">
      <dsp:nvSpPr>
        <dsp:cNvPr id="0" name=""/>
        <dsp:cNvSpPr/>
      </dsp:nvSpPr>
      <dsp:spPr>
        <a:xfrm rot="5400000">
          <a:off x="10716325" y="6347416"/>
          <a:ext cx="1830914" cy="304660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30B6F9-0006-46F4-ABFE-B11B465F8A16}">
      <dsp:nvSpPr>
        <dsp:cNvPr id="0" name=""/>
        <dsp:cNvSpPr/>
      </dsp:nvSpPr>
      <dsp:spPr>
        <a:xfrm>
          <a:off x="10410700" y="7257693"/>
          <a:ext cx="2750488" cy="2410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Low Cost</a:t>
          </a:r>
          <a:endParaRPr lang="en-IN" sz="4000" b="1" kern="1200" dirty="0"/>
        </a:p>
      </dsp:txBody>
      <dsp:txXfrm>
        <a:off x="10410700" y="7257693"/>
        <a:ext cx="2750488" cy="2410964"/>
      </dsp:txXfrm>
    </dsp:sp>
    <dsp:sp modelId="{2F577760-3B30-41FC-ADDC-CB653B725F71}">
      <dsp:nvSpPr>
        <dsp:cNvPr id="0" name=""/>
        <dsp:cNvSpPr/>
      </dsp:nvSpPr>
      <dsp:spPr>
        <a:xfrm>
          <a:off x="12642228" y="6123122"/>
          <a:ext cx="518960" cy="51896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187523-3F03-4B14-BA7B-1D0D8AC90727}">
      <dsp:nvSpPr>
        <dsp:cNvPr id="0" name=""/>
        <dsp:cNvSpPr/>
      </dsp:nvSpPr>
      <dsp:spPr>
        <a:xfrm rot="5400000">
          <a:off x="14083460" y="5514215"/>
          <a:ext cx="1830914" cy="304660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B3ECC0B-6293-4066-8593-74790B003720}">
      <dsp:nvSpPr>
        <dsp:cNvPr id="0" name=""/>
        <dsp:cNvSpPr/>
      </dsp:nvSpPr>
      <dsp:spPr>
        <a:xfrm>
          <a:off x="13777834" y="6424492"/>
          <a:ext cx="2750488" cy="2410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End to End</a:t>
          </a:r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workflow</a:t>
          </a:r>
          <a:endParaRPr lang="en-IN" sz="4000" b="1" kern="1200" dirty="0"/>
        </a:p>
      </dsp:txBody>
      <dsp:txXfrm>
        <a:off x="13777834" y="6424492"/>
        <a:ext cx="2750488" cy="2410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ACBC-C60E-4585-A81A-DE745CA3B6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3B5DA-3DF7-4095-A6D1-786719726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5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A5B2-87CD-3136-18DC-D3BD33E1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E16B8-C251-88B9-FDB3-991D54523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5DCD6-DC33-98F8-5D34-76D9C6E5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3748F-42CD-F656-B66D-1D156D6E4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0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1FCE-B23F-B9D0-3BFB-9DD9D17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953F7-DDA4-3BF3-6748-0C64FE264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FCDC2-5704-B48F-0443-F0E627699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F55C-383E-04CB-3C59-700D296D2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1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05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88D0-6D15-5DB7-05AF-98F36295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48B144EA-6908-EB16-8A57-E02C75DB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3C1DF6A-BED2-9E17-6CC5-3645F273F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B24547D2-DFDD-6F33-A41B-948B9DA0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70F4F17-64C4-7A75-F35B-1EE18E8B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"/>
          <p:cNvSpPr/>
          <p:nvPr/>
        </p:nvSpPr>
        <p:spPr>
          <a:xfrm>
            <a:off x="2241162" y="3009900"/>
            <a:ext cx="13805675" cy="2863300"/>
          </a:xfrm>
          <a:custGeom>
            <a:avLst/>
            <a:gdLst/>
            <a:ahLst/>
            <a:cxnLst/>
            <a:rect l="l" t="t" r="r" b="b"/>
            <a:pathLst>
              <a:path w="13805675" h="2863300">
                <a:moveTo>
                  <a:pt x="0" y="0"/>
                </a:moveTo>
                <a:lnTo>
                  <a:pt x="13805674" y="0"/>
                </a:lnTo>
                <a:lnTo>
                  <a:pt x="13805674" y="2863300"/>
                </a:lnTo>
                <a:lnTo>
                  <a:pt x="0" y="2863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3"/>
          <p:cNvSpPr txBox="1"/>
          <p:nvPr/>
        </p:nvSpPr>
        <p:spPr>
          <a:xfrm>
            <a:off x="4604370" y="6220077"/>
            <a:ext cx="9079260" cy="43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  <a:spcBef>
                <a:spcPct val="0"/>
              </a:spcBef>
            </a:pPr>
            <a:r>
              <a:rPr lang="en-US" sz="3220" spc="-3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Empowering Decisions With AI Driven  Insights</a:t>
            </a:r>
          </a:p>
        </p:txBody>
      </p:sp>
      <p:sp>
        <p:nvSpPr>
          <p:cNvPr id="24" name="TextBox 4"/>
          <p:cNvSpPr txBox="1"/>
          <p:nvPr/>
        </p:nvSpPr>
        <p:spPr>
          <a:xfrm>
            <a:off x="532647" y="9414073"/>
            <a:ext cx="4664700" cy="54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2700" spc="-2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www.wingsbi.com </a:t>
            </a:r>
          </a:p>
        </p:txBody>
      </p:sp>
    </p:spTree>
    <p:extLst>
      <p:ext uri="{BB962C8B-B14F-4D97-AF65-F5344CB8AC3E}">
        <p14:creationId xmlns:p14="http://schemas.microsoft.com/office/powerpoint/2010/main" val="274914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rgbClr val="D1DFF6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1489" y="1515024"/>
            <a:ext cx="7932537" cy="1131097"/>
            <a:chOff x="0" y="0"/>
            <a:chExt cx="2471288" cy="352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1288" cy="352380"/>
            </a:xfrm>
            <a:custGeom>
              <a:avLst/>
              <a:gdLst/>
              <a:ahLst/>
              <a:cxnLst/>
              <a:rect l="l" t="t" r="r" b="b"/>
              <a:pathLst>
                <a:path w="2471288" h="352380">
                  <a:moveTo>
                    <a:pt x="17567" y="0"/>
                  </a:moveTo>
                  <a:lnTo>
                    <a:pt x="2453720" y="0"/>
                  </a:lnTo>
                  <a:cubicBezTo>
                    <a:pt x="2463423" y="0"/>
                    <a:pt x="2471288" y="7865"/>
                    <a:pt x="2471288" y="17567"/>
                  </a:cubicBezTo>
                  <a:lnTo>
                    <a:pt x="2471288" y="334813"/>
                  </a:lnTo>
                  <a:cubicBezTo>
                    <a:pt x="2471288" y="344515"/>
                    <a:pt x="2463423" y="352380"/>
                    <a:pt x="2453720" y="352380"/>
                  </a:cubicBezTo>
                  <a:lnTo>
                    <a:pt x="17567" y="352380"/>
                  </a:lnTo>
                  <a:cubicBezTo>
                    <a:pt x="7865" y="352380"/>
                    <a:pt x="0" y="344515"/>
                    <a:pt x="0" y="334813"/>
                  </a:cubicBezTo>
                  <a:lnTo>
                    <a:pt x="0" y="17567"/>
                  </a:lnTo>
                  <a:cubicBezTo>
                    <a:pt x="0" y="7865"/>
                    <a:pt x="7865" y="0"/>
                    <a:pt x="175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71288" cy="390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124199" y="0"/>
            <a:ext cx="10323585" cy="10287000"/>
            <a:chOff x="0" y="0"/>
            <a:chExt cx="3674071" cy="370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74071" cy="3708400"/>
            </a:xfrm>
            <a:custGeom>
              <a:avLst/>
              <a:gdLst/>
              <a:ahLst/>
              <a:cxnLst/>
              <a:rect l="l" t="t" r="r" b="b"/>
              <a:pathLst>
                <a:path w="3674071" h="3708400">
                  <a:moveTo>
                    <a:pt x="2755553" y="0"/>
                  </a:moveTo>
                  <a:lnTo>
                    <a:pt x="918518" y="0"/>
                  </a:lnTo>
                  <a:lnTo>
                    <a:pt x="0" y="1854200"/>
                  </a:lnTo>
                  <a:lnTo>
                    <a:pt x="918518" y="3708400"/>
                  </a:lnTo>
                  <a:lnTo>
                    <a:pt x="2755553" y="3708400"/>
                  </a:lnTo>
                  <a:lnTo>
                    <a:pt x="3674071" y="1854200"/>
                  </a:lnTo>
                  <a:close/>
                </a:path>
              </a:pathLst>
            </a:custGeom>
            <a:blipFill>
              <a:blip r:embed="rId2"/>
              <a:stretch>
                <a:fillRect l="-25748" r="-25748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" name="AutoShape 7"/>
          <p:cNvSpPr/>
          <p:nvPr/>
        </p:nvSpPr>
        <p:spPr>
          <a:xfrm>
            <a:off x="7551195" y="1515024"/>
            <a:ext cx="0" cy="7152102"/>
          </a:xfrm>
          <a:prstGeom prst="line">
            <a:avLst/>
          </a:prstGeom>
          <a:ln w="47625" cap="flat">
            <a:gradFill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10566" y="3856692"/>
            <a:ext cx="2663510" cy="2573616"/>
          </a:xfrm>
          <a:custGeom>
            <a:avLst/>
            <a:gdLst/>
            <a:ahLst/>
            <a:cxnLst/>
            <a:rect l="l" t="t" r="r" b="b"/>
            <a:pathLst>
              <a:path w="2663510" h="2573616">
                <a:moveTo>
                  <a:pt x="0" y="0"/>
                </a:moveTo>
                <a:lnTo>
                  <a:pt x="2663510" y="0"/>
                </a:lnTo>
                <a:lnTo>
                  <a:pt x="2663510" y="2573616"/>
                </a:lnTo>
                <a:lnTo>
                  <a:pt x="0" y="2573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927432" y="3801059"/>
            <a:ext cx="9703490" cy="453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3574" spc="-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Vision</a:t>
            </a:r>
          </a:p>
          <a:p>
            <a:pPr algn="l">
              <a:lnSpc>
                <a:spcPts val="5015"/>
              </a:lnSpc>
            </a:pPr>
            <a:r>
              <a:rPr lang="en-US" sz="3174" spc="-3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Revolutionize global industries with AI-driven business intelligence for data-powered growth.</a:t>
            </a:r>
          </a:p>
          <a:p>
            <a:pPr algn="l">
              <a:lnSpc>
                <a:spcPts val="5015"/>
              </a:lnSpc>
            </a:pPr>
            <a:endParaRPr lang="en-US" sz="3174" spc="-3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5647"/>
              </a:lnSpc>
            </a:pPr>
            <a:r>
              <a:rPr lang="en-US" sz="3574" spc="-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Mission</a:t>
            </a:r>
          </a:p>
          <a:p>
            <a:pPr algn="l">
              <a:lnSpc>
                <a:spcPts val="5015"/>
              </a:lnSpc>
            </a:pPr>
            <a:r>
              <a:rPr lang="en-US" sz="3174" spc="-3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Lead businesses by integrating AI communication and data analytics for smarter decisions.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1822" y="1503540"/>
            <a:ext cx="7410920" cy="1345069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8644"/>
              </a:lnSpc>
              <a:spcBef>
                <a:spcPct val="0"/>
              </a:spcBef>
            </a:pPr>
            <a:r>
              <a:rPr lang="en-US" sz="6451" spc="-6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Vision and Mission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6232" y="2876041"/>
            <a:ext cx="5787926" cy="89758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221"/>
              </a:lnSpc>
              <a:spcBef>
                <a:spcPct val="0"/>
              </a:spcBef>
            </a:pPr>
            <a:r>
              <a:rPr lang="en-US" sz="3150" spc="-3">
                <a:solidFill>
                  <a:srgbClr val="1056CF"/>
                </a:solidFill>
                <a:latin typeface="Nunito Sans"/>
                <a:ea typeface="Nunito Sans"/>
                <a:cs typeface="Nunito Sans"/>
                <a:sym typeface="Nunito Sans"/>
              </a:rPr>
              <a:t>Transforming Business with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88D0-6D15-5DB7-05AF-98F36295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48B144EA-6908-EB16-8A57-E02C75DB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3C1DF6A-BED2-9E17-6CC5-3645F273F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B24547D2-DFDD-6F33-A41B-948B9DA0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70F4F17-64C4-7A75-F35B-1EE18E8B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id="{F4E120F7-46DA-7A85-F2EC-36B426C1FB21}"/>
              </a:ext>
            </a:extLst>
          </p:cNvPr>
          <p:cNvSpPr txBox="1"/>
          <p:nvPr/>
        </p:nvSpPr>
        <p:spPr>
          <a:xfrm>
            <a:off x="532647" y="9414073"/>
            <a:ext cx="4664700" cy="54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2700" spc="-2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www.wingsbi.com </a:t>
            </a:r>
          </a:p>
        </p:txBody>
      </p:sp>
      <p:sp>
        <p:nvSpPr>
          <p:cNvPr id="46" name="Freeform 10">
            <a:extLst>
              <a:ext uri="{FF2B5EF4-FFF2-40B4-BE49-F238E27FC236}">
                <a16:creationId xmlns:a16="http://schemas.microsoft.com/office/drawing/2014/main" id="{19E13A6B-119E-36CB-BDDD-801E5DA24EEA}"/>
              </a:ext>
            </a:extLst>
          </p:cNvPr>
          <p:cNvSpPr/>
          <p:nvPr/>
        </p:nvSpPr>
        <p:spPr>
          <a:xfrm>
            <a:off x="10354173" y="2206692"/>
            <a:ext cx="5188196" cy="5097403"/>
          </a:xfrm>
          <a:custGeom>
            <a:avLst/>
            <a:gdLst/>
            <a:ahLst/>
            <a:cxnLst/>
            <a:rect l="l" t="t" r="r" b="b"/>
            <a:pathLst>
              <a:path w="5188196" h="5097403">
                <a:moveTo>
                  <a:pt x="0" y="0"/>
                </a:moveTo>
                <a:lnTo>
                  <a:pt x="5188196" y="0"/>
                </a:lnTo>
                <a:lnTo>
                  <a:pt x="5188196" y="5097402"/>
                </a:lnTo>
                <a:lnTo>
                  <a:pt x="0" y="5097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" name="Group 11">
            <a:extLst>
              <a:ext uri="{FF2B5EF4-FFF2-40B4-BE49-F238E27FC236}">
                <a16:creationId xmlns:a16="http://schemas.microsoft.com/office/drawing/2014/main" id="{0C39427A-4BD3-327D-F081-DDA76E53EEA5}"/>
              </a:ext>
            </a:extLst>
          </p:cNvPr>
          <p:cNvGrpSpPr/>
          <p:nvPr/>
        </p:nvGrpSpPr>
        <p:grpSpPr>
          <a:xfrm>
            <a:off x="9294200" y="6796115"/>
            <a:ext cx="4382448" cy="2485231"/>
            <a:chOff x="0" y="-28575"/>
            <a:chExt cx="1154225" cy="653103"/>
          </a:xfrm>
        </p:grpSpPr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3EB6BD4F-2EAD-CDB9-F7F8-088A290C01A1}"/>
                </a:ext>
              </a:extLst>
            </p:cNvPr>
            <p:cNvSpPr/>
            <p:nvPr/>
          </p:nvSpPr>
          <p:spPr>
            <a:xfrm>
              <a:off x="0" y="3561"/>
              <a:ext cx="1154225" cy="620967"/>
            </a:xfrm>
            <a:custGeom>
              <a:avLst/>
              <a:gdLst/>
              <a:ahLst/>
              <a:cxnLst/>
              <a:rect l="l" t="t" r="r" b="b"/>
              <a:pathLst>
                <a:path w="1154225" h="620967">
                  <a:moveTo>
                    <a:pt x="0" y="0"/>
                  </a:moveTo>
                  <a:lnTo>
                    <a:pt x="1154225" y="0"/>
                  </a:lnTo>
                  <a:lnTo>
                    <a:pt x="1154225" y="620967"/>
                  </a:lnTo>
                  <a:lnTo>
                    <a:pt x="0" y="620967"/>
                  </a:lnTo>
                  <a:close/>
                </a:path>
              </a:pathLst>
            </a:custGeom>
            <a:gradFill rotWithShape="1"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13">
              <a:extLst>
                <a:ext uri="{FF2B5EF4-FFF2-40B4-BE49-F238E27FC236}">
                  <a16:creationId xmlns:a16="http://schemas.microsoft.com/office/drawing/2014/main" id="{25AC0906-DE2E-B2D4-1C1E-D6B3BD267C8F}"/>
                </a:ext>
              </a:extLst>
            </p:cNvPr>
            <p:cNvSpPr txBox="1"/>
            <p:nvPr/>
          </p:nvSpPr>
          <p:spPr>
            <a:xfrm>
              <a:off x="0" y="-28575"/>
              <a:ext cx="1154225" cy="64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Dynamic Visualizations:</a:t>
              </a:r>
            </a:p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Transform data into actionable insights.</a:t>
              </a:r>
            </a:p>
          </p:txBody>
        </p:sp>
      </p:grpSp>
      <p:grpSp>
        <p:nvGrpSpPr>
          <p:cNvPr id="50" name="Group 14">
            <a:extLst>
              <a:ext uri="{FF2B5EF4-FFF2-40B4-BE49-F238E27FC236}">
                <a16:creationId xmlns:a16="http://schemas.microsoft.com/office/drawing/2014/main" id="{62681A9C-AF25-7CD4-06E6-981780984417}"/>
              </a:ext>
            </a:extLst>
          </p:cNvPr>
          <p:cNvGrpSpPr/>
          <p:nvPr/>
        </p:nvGrpSpPr>
        <p:grpSpPr>
          <a:xfrm>
            <a:off x="13760245" y="6869363"/>
            <a:ext cx="4495800" cy="2466230"/>
            <a:chOff x="-29854" y="-28575"/>
            <a:chExt cx="1184079" cy="649542"/>
          </a:xfrm>
        </p:grpSpPr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0050A710-1CF4-0B42-4520-289D645B7A36}"/>
                </a:ext>
              </a:extLst>
            </p:cNvPr>
            <p:cNvSpPr/>
            <p:nvPr/>
          </p:nvSpPr>
          <p:spPr>
            <a:xfrm>
              <a:off x="0" y="0"/>
              <a:ext cx="1154225" cy="620967"/>
            </a:xfrm>
            <a:custGeom>
              <a:avLst/>
              <a:gdLst/>
              <a:ahLst/>
              <a:cxnLst/>
              <a:rect l="l" t="t" r="r" b="b"/>
              <a:pathLst>
                <a:path w="1154225" h="620967">
                  <a:moveTo>
                    <a:pt x="0" y="0"/>
                  </a:moveTo>
                  <a:lnTo>
                    <a:pt x="1154225" y="0"/>
                  </a:lnTo>
                  <a:lnTo>
                    <a:pt x="1154225" y="620967"/>
                  </a:lnTo>
                  <a:lnTo>
                    <a:pt x="0" y="620967"/>
                  </a:lnTo>
                  <a:close/>
                </a:path>
              </a:pathLst>
            </a:custGeom>
            <a:gradFill rotWithShape="1"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50043892-E984-4278-1276-ABD68DB35EB3}"/>
                </a:ext>
              </a:extLst>
            </p:cNvPr>
            <p:cNvSpPr txBox="1"/>
            <p:nvPr/>
          </p:nvSpPr>
          <p:spPr>
            <a:xfrm>
              <a:off x="-29854" y="-28575"/>
              <a:ext cx="1184079" cy="64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Secure Collaboration:</a:t>
              </a:r>
            </a:p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Work collaboratively with your data, ensuring a secure environment</a:t>
              </a:r>
            </a:p>
          </p:txBody>
        </p:sp>
      </p:grpSp>
      <p:grpSp>
        <p:nvGrpSpPr>
          <p:cNvPr id="53" name="Group 6">
            <a:extLst>
              <a:ext uri="{FF2B5EF4-FFF2-40B4-BE49-F238E27FC236}">
                <a16:creationId xmlns:a16="http://schemas.microsoft.com/office/drawing/2014/main" id="{3939D325-AF93-2483-2A40-33F1E3CBA3D0}"/>
              </a:ext>
            </a:extLst>
          </p:cNvPr>
          <p:cNvGrpSpPr/>
          <p:nvPr/>
        </p:nvGrpSpPr>
        <p:grpSpPr>
          <a:xfrm>
            <a:off x="79380" y="6923611"/>
            <a:ext cx="4567948" cy="2289966"/>
            <a:chOff x="0" y="0"/>
            <a:chExt cx="1163580" cy="620967"/>
          </a:xfrm>
        </p:grpSpPr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8B52C10D-22DF-C5DA-DD03-45523CB03066}"/>
                </a:ext>
              </a:extLst>
            </p:cNvPr>
            <p:cNvSpPr/>
            <p:nvPr/>
          </p:nvSpPr>
          <p:spPr>
            <a:xfrm>
              <a:off x="0" y="0"/>
              <a:ext cx="1163580" cy="620967"/>
            </a:xfrm>
            <a:custGeom>
              <a:avLst/>
              <a:gdLst/>
              <a:ahLst/>
              <a:cxnLst/>
              <a:rect l="l" t="t" r="r" b="b"/>
              <a:pathLst>
                <a:path w="1163580" h="620967">
                  <a:moveTo>
                    <a:pt x="0" y="0"/>
                  </a:moveTo>
                  <a:lnTo>
                    <a:pt x="1163580" y="0"/>
                  </a:lnTo>
                  <a:lnTo>
                    <a:pt x="1163580" y="620967"/>
                  </a:lnTo>
                  <a:lnTo>
                    <a:pt x="0" y="620967"/>
                  </a:lnTo>
                  <a:close/>
                </a:path>
              </a:pathLst>
            </a:custGeom>
            <a:gradFill rotWithShape="1"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8">
              <a:extLst>
                <a:ext uri="{FF2B5EF4-FFF2-40B4-BE49-F238E27FC236}">
                  <a16:creationId xmlns:a16="http://schemas.microsoft.com/office/drawing/2014/main" id="{66959F52-05A3-FCA0-613E-10707443B683}"/>
                </a:ext>
              </a:extLst>
            </p:cNvPr>
            <p:cNvSpPr txBox="1"/>
            <p:nvPr/>
          </p:nvSpPr>
          <p:spPr>
            <a:xfrm>
              <a:off x="0" y="-28575"/>
              <a:ext cx="1163580" cy="64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7"/>
                </a:lnSpc>
              </a:pPr>
              <a:r>
                <a:rPr lang="en-US" sz="2326" spc="-2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Customizable LLM:</a:t>
              </a:r>
            </a:p>
            <a:p>
              <a:pPr algn="ctr">
                <a:lnSpc>
                  <a:spcPts val="3117"/>
                </a:lnSpc>
              </a:pPr>
              <a:r>
                <a:rPr lang="en-US" sz="2326" spc="-2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Fine-tune AI-models to fit your unique business needs.</a:t>
              </a:r>
            </a:p>
          </p:txBody>
        </p:sp>
      </p:grpSp>
      <p:grpSp>
        <p:nvGrpSpPr>
          <p:cNvPr id="56" name="Group 17">
            <a:extLst>
              <a:ext uri="{FF2B5EF4-FFF2-40B4-BE49-F238E27FC236}">
                <a16:creationId xmlns:a16="http://schemas.microsoft.com/office/drawing/2014/main" id="{AC62C907-AFAF-D8A3-12EA-B81C5785D9F8}"/>
              </a:ext>
            </a:extLst>
          </p:cNvPr>
          <p:cNvGrpSpPr/>
          <p:nvPr/>
        </p:nvGrpSpPr>
        <p:grpSpPr>
          <a:xfrm>
            <a:off x="4726708" y="6855845"/>
            <a:ext cx="4496671" cy="2411980"/>
            <a:chOff x="0" y="-28575"/>
            <a:chExt cx="1184308" cy="649542"/>
          </a:xfrm>
        </p:grpSpPr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961A20A0-A1F8-93B2-86BD-79DE0931CA81}"/>
                </a:ext>
              </a:extLst>
            </p:cNvPr>
            <p:cNvSpPr/>
            <p:nvPr/>
          </p:nvSpPr>
          <p:spPr>
            <a:xfrm>
              <a:off x="20728" y="-14287"/>
              <a:ext cx="1163580" cy="620967"/>
            </a:xfrm>
            <a:custGeom>
              <a:avLst/>
              <a:gdLst/>
              <a:ahLst/>
              <a:cxnLst/>
              <a:rect l="l" t="t" r="r" b="b"/>
              <a:pathLst>
                <a:path w="1163580" h="620967">
                  <a:moveTo>
                    <a:pt x="0" y="0"/>
                  </a:moveTo>
                  <a:lnTo>
                    <a:pt x="1163580" y="0"/>
                  </a:lnTo>
                  <a:lnTo>
                    <a:pt x="1163580" y="620967"/>
                  </a:lnTo>
                  <a:lnTo>
                    <a:pt x="0" y="620967"/>
                  </a:lnTo>
                  <a:close/>
                </a:path>
              </a:pathLst>
            </a:custGeom>
            <a:gradFill rotWithShape="1">
              <a:gsLst>
                <a:gs pos="0">
                  <a:srgbClr val="C94591">
                    <a:alpha val="100000"/>
                  </a:srgbClr>
                </a:gs>
                <a:gs pos="100000">
                  <a:srgbClr val="2A54A5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19">
              <a:extLst>
                <a:ext uri="{FF2B5EF4-FFF2-40B4-BE49-F238E27FC236}">
                  <a16:creationId xmlns:a16="http://schemas.microsoft.com/office/drawing/2014/main" id="{3C8EC7A5-A632-0E2C-9A73-BBDA13B76174}"/>
                </a:ext>
              </a:extLst>
            </p:cNvPr>
            <p:cNvSpPr txBox="1"/>
            <p:nvPr/>
          </p:nvSpPr>
          <p:spPr>
            <a:xfrm>
              <a:off x="0" y="-28575"/>
              <a:ext cx="1163580" cy="64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7"/>
                </a:lnSpc>
              </a:pPr>
              <a:endParaRPr dirty="0"/>
            </a:p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Cloud &amp; On-premise support:</a:t>
              </a:r>
            </a:p>
            <a:p>
              <a:pPr algn="ctr">
                <a:lnSpc>
                  <a:spcPts val="3117"/>
                </a:lnSpc>
              </a:pPr>
              <a:r>
                <a:rPr lang="en-US" sz="2326" spc="-2" dirty="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Hosting solutions on multiple cloud service providers.</a:t>
              </a:r>
            </a:p>
            <a:p>
              <a:pPr algn="ctr">
                <a:lnSpc>
                  <a:spcPts val="3117"/>
                </a:lnSpc>
              </a:pPr>
              <a:endParaRPr lang="en-US" sz="2326" spc="-2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9" name="TextBox 20">
            <a:extLst>
              <a:ext uri="{FF2B5EF4-FFF2-40B4-BE49-F238E27FC236}">
                <a16:creationId xmlns:a16="http://schemas.microsoft.com/office/drawing/2014/main" id="{F8FB2865-ACBF-69B7-03CB-059D0B437393}"/>
              </a:ext>
            </a:extLst>
          </p:cNvPr>
          <p:cNvSpPr txBox="1"/>
          <p:nvPr/>
        </p:nvSpPr>
        <p:spPr>
          <a:xfrm>
            <a:off x="787875" y="4395740"/>
            <a:ext cx="8435505" cy="101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0"/>
              </a:lnSpc>
              <a:spcBef>
                <a:spcPct val="0"/>
              </a:spcBef>
            </a:pPr>
            <a:r>
              <a:rPr lang="en-US" sz="3075" spc="-3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Experience the future of business operations with our advanced AI-powered solutions</a:t>
            </a: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970712A3-B4A4-CE05-2A94-13E5A4137EA5}"/>
              </a:ext>
            </a:extLst>
          </p:cNvPr>
          <p:cNvSpPr txBox="1"/>
          <p:nvPr/>
        </p:nvSpPr>
        <p:spPr>
          <a:xfrm>
            <a:off x="232073" y="2546426"/>
            <a:ext cx="1029673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0"/>
              </a:lnSpc>
              <a:spcBef>
                <a:spcPct val="0"/>
              </a:spcBef>
            </a:pPr>
            <a:r>
              <a:rPr lang="en-US" sz="5000" spc="-5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AI-Powered Business Innovation</a:t>
            </a:r>
          </a:p>
        </p:txBody>
      </p:sp>
    </p:spTree>
    <p:extLst>
      <p:ext uri="{BB962C8B-B14F-4D97-AF65-F5344CB8AC3E}">
        <p14:creationId xmlns:p14="http://schemas.microsoft.com/office/powerpoint/2010/main" val="49504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9BB2FB"/>
            </a:gs>
            <a:gs pos="83000">
              <a:srgbClr val="9BB2FB"/>
            </a:gs>
            <a:gs pos="100000">
              <a:srgbClr val="D1DFF6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1883B-BE20-7ED1-3C26-8F4D2F03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381000" y="449709"/>
            <a:ext cx="4389120" cy="685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8" name="Text 1"/>
          <p:cNvSpPr/>
          <p:nvPr/>
        </p:nvSpPr>
        <p:spPr>
          <a:xfrm>
            <a:off x="381000" y="4800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371600"/>
            <a:r>
              <a:rPr lang="en-US" sz="2400" b="1" kern="0" spc="1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EXECUTIVE OVERVIEW</a:t>
            </a:r>
            <a:endParaRPr lang="en-US" sz="2400" dirty="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9" name="Text 2"/>
          <p:cNvSpPr/>
          <p:nvPr/>
        </p:nvSpPr>
        <p:spPr>
          <a:xfrm>
            <a:off x="417163" y="1645920"/>
            <a:ext cx="1577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4500" b="1" dirty="0">
                <a:solidFill>
                  <a:srgbClr val="15213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Digitizing Component Verification, Start to Finish</a:t>
            </a:r>
            <a:endParaRPr lang="en-US" sz="4500" b="1" dirty="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0" name="Text 3"/>
          <p:cNvSpPr/>
          <p:nvPr/>
        </p:nvSpPr>
        <p:spPr>
          <a:xfrm>
            <a:off x="960120" y="3131820"/>
            <a:ext cx="10233195" cy="3406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Nunito Sans" pitchFamily="2" charset="0"/>
              </a:rPr>
              <a:t>Web-based verification system</a:t>
            </a:r>
            <a:r>
              <a:rPr lang="en-US" sz="2800" dirty="0">
                <a:solidFill>
                  <a:schemeClr val="bg1"/>
                </a:solidFill>
                <a:latin typeface="Nunito Sans" pitchFamily="2" charset="0"/>
              </a:rPr>
              <a:t> that digitizes component verification workflows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Nunito Sans" pitchFamily="2" charset="0"/>
              </a:rPr>
              <a:t>Replaces paper checklists and manual inspections</a:t>
            </a:r>
            <a:r>
              <a:rPr lang="en-US" sz="2400" dirty="0">
                <a:solidFill>
                  <a:schemeClr val="bg1"/>
                </a:solidFill>
                <a:latin typeface="Nunito Sans" pitchFamily="2" charset="0"/>
              </a:rPr>
              <a:t> with a single digital process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Nunito Sans" pitchFamily="2" charset="0"/>
              </a:rPr>
              <a:t>Identifies incorrect  component  and verify against the Bill of Materials (BOM)</a:t>
            </a:r>
            <a:r>
              <a:rPr lang="en-US" sz="2400" dirty="0">
                <a:solidFill>
                  <a:schemeClr val="bg1"/>
                </a:solidFill>
                <a:latin typeface="Nunito Sans" pitchFamily="2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Nunito Sans" pitchFamily="2" charset="0"/>
              </a:rPr>
              <a:t>Improves verification accuracy, traceability, and process efficiency</a:t>
            </a:r>
            <a:endParaRPr lang="en-US" sz="2400" dirty="0">
              <a:solidFill>
                <a:schemeClr val="bg1"/>
              </a:solidFill>
              <a:latin typeface="Nunito Sans" pitchFamily="2" charset="0"/>
            </a:endParaRPr>
          </a:p>
          <a:p>
            <a:pPr marL="342900" indent="-342900" defTabSz="137160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Nunito Sans" pitchFamily="2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1384280" y="27432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390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3235940" y="27432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195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384280" y="40462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390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3235940" y="40462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195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384280" y="53492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390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3235940" y="53492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1950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2521" y="4834890"/>
            <a:ext cx="14401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endParaRPr lang="en-US" sz="1725">
              <a:latin typeface="Nunito Sans" panose="021100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8133588"/>
            <a:ext cx="24003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371600"/>
            <a:endParaRPr lang="en-US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19" name="Text 22"/>
          <p:cNvSpPr/>
          <p:nvPr/>
        </p:nvSpPr>
        <p:spPr>
          <a:xfrm>
            <a:off x="6816852" y="8133588"/>
            <a:ext cx="24003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371600"/>
            <a:endParaRPr lang="en-US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20" name="Text 25"/>
          <p:cNvSpPr/>
          <p:nvPr/>
        </p:nvSpPr>
        <p:spPr>
          <a:xfrm>
            <a:off x="9676638" y="8133588"/>
            <a:ext cx="24003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371600"/>
            <a:endParaRPr lang="en-US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21" name="Text 28"/>
          <p:cNvSpPr/>
          <p:nvPr/>
        </p:nvSpPr>
        <p:spPr>
          <a:xfrm>
            <a:off x="12536424" y="8133588"/>
            <a:ext cx="24003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371600"/>
            <a:endParaRPr lang="en-US">
              <a:solidFill>
                <a:prstClr val="black"/>
              </a:solidFill>
              <a:latin typeface="Nunito Sans" panose="02110004020202020204"/>
            </a:endParaRPr>
          </a:p>
        </p:txBody>
      </p:sp>
      <p:sp>
        <p:nvSpPr>
          <p:cNvPr id="22" name="Text 31"/>
          <p:cNvSpPr/>
          <p:nvPr/>
        </p:nvSpPr>
        <p:spPr>
          <a:xfrm>
            <a:off x="15396210" y="8133588"/>
            <a:ext cx="24003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371600"/>
            <a:endParaRPr lang="en-US">
              <a:solidFill>
                <a:prstClr val="black"/>
              </a:solidFill>
              <a:latin typeface="Nunito Sans" panose="02110004020202020204"/>
            </a:endParaRP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9A7EC214-E128-5EA4-68A8-F11EAF56FD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711104"/>
              </p:ext>
            </p:extLst>
          </p:nvPr>
        </p:nvGraphicFramePr>
        <p:xfrm>
          <a:off x="465285" y="7318545"/>
          <a:ext cx="9414510" cy="2145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FDF46FB0-DCA1-EDF8-3F24-5DD65C90C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3818516"/>
              </p:ext>
            </p:extLst>
          </p:nvPr>
        </p:nvGraphicFramePr>
        <p:xfrm>
          <a:off x="7696200" y="2400300"/>
          <a:ext cx="14215872" cy="7615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B10EB32-7E6E-E3B8-335E-CD987CE0035C}"/>
              </a:ext>
            </a:extLst>
          </p:cNvPr>
          <p:cNvSpPr txBox="1"/>
          <p:nvPr/>
        </p:nvSpPr>
        <p:spPr>
          <a:xfrm>
            <a:off x="12076938" y="3291840"/>
            <a:ext cx="1776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Nunito Sans" pitchFamily="2" charset="0"/>
              </a:rPr>
              <a:t>Production orders 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D26B99-A6AF-775C-9E09-BD45487C9496}"/>
              </a:ext>
            </a:extLst>
          </p:cNvPr>
          <p:cNvSpPr txBox="1"/>
          <p:nvPr/>
        </p:nvSpPr>
        <p:spPr>
          <a:xfrm>
            <a:off x="16078199" y="5829300"/>
            <a:ext cx="1744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Nunito Sans" pitchFamily="2" charset="0"/>
              </a:rPr>
              <a:t>Inspection first verification 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58D883-CC2A-05FA-0A1B-907DFA785EBB}"/>
              </a:ext>
            </a:extLst>
          </p:cNvPr>
          <p:cNvSpPr txBox="1"/>
          <p:nvPr/>
        </p:nvSpPr>
        <p:spPr>
          <a:xfrm>
            <a:off x="12076938" y="8133588"/>
            <a:ext cx="17762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Nunito Sans" pitchFamily="2" charset="0"/>
              </a:rPr>
              <a:t>Inspection first verification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63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88D0-6D15-5DB7-05AF-98F36295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48B144EA-6908-EB16-8A57-E02C75DB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3C1DF6A-BED2-9E17-6CC5-3645F273F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B24547D2-DFDD-6F33-A41B-948B9DA0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70F4F17-64C4-7A75-F35B-1EE18E8B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B275964-9910-C05A-A8AD-2374F744265D}"/>
              </a:ext>
            </a:extLst>
          </p:cNvPr>
          <p:cNvSpPr/>
          <p:nvPr/>
        </p:nvSpPr>
        <p:spPr>
          <a:xfrm>
            <a:off x="478585" y="1485898"/>
            <a:ext cx="15087600" cy="808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00" b="1" spc="-5" dirty="0">
                <a:latin typeface="Nunito Sans"/>
              </a:rPr>
              <a:t>What Precheck 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79C3D4-31F1-9A12-401A-7C1017B35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8" b="45431"/>
          <a:stretch/>
        </p:blipFill>
        <p:spPr>
          <a:xfrm>
            <a:off x="2240280" y="3495368"/>
            <a:ext cx="13944600" cy="27874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62200" y="6548285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Nunito Sans" charset="0"/>
              </a:rPr>
              <a:t>Quality Control</a:t>
            </a:r>
          </a:p>
          <a:p>
            <a:r>
              <a:rPr lang="en-US" sz="2000" dirty="0">
                <a:latin typeface="Nunito Sans" charset="0"/>
              </a:rPr>
              <a:t>For manufacturing quality &amp;</a:t>
            </a:r>
          </a:p>
          <a:p>
            <a:r>
              <a:rPr lang="en-US" sz="2000" dirty="0">
                <a:latin typeface="Nunito Sans" charset="0"/>
              </a:rPr>
              <a:t>Inventory control</a:t>
            </a:r>
            <a:endParaRPr lang="en-IN" sz="2000" dirty="0">
              <a:latin typeface="Nunito San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1200" y="6548285"/>
            <a:ext cx="342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Nunito Sans" charset="0"/>
              </a:rPr>
              <a:t>BOM Validation</a:t>
            </a:r>
          </a:p>
          <a:p>
            <a:r>
              <a:rPr lang="en-US" sz="2000" dirty="0">
                <a:latin typeface="Nunito Sans" charset="0"/>
              </a:rPr>
              <a:t>Validate components against BOM before production or assemblies begins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0" y="6518789"/>
            <a:ext cx="3429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Nunito Sans" charset="0"/>
              </a:rPr>
              <a:t>QR Management</a:t>
            </a:r>
          </a:p>
          <a:p>
            <a:r>
              <a:rPr lang="en-US" sz="2000" dirty="0">
                <a:latin typeface="Nunito Sans" charset="0"/>
              </a:rPr>
              <a:t>QR generation and scanning of components using native built in QR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0" y="6548285"/>
            <a:ext cx="4320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Nunito Sans" charset="0"/>
              </a:rPr>
              <a:t>End to End Workflow</a:t>
            </a:r>
          </a:p>
          <a:p>
            <a:r>
              <a:rPr lang="en-US" sz="2000" dirty="0">
                <a:latin typeface="Nunito Sans" charset="0"/>
              </a:rPr>
              <a:t>Built in workflow for faulty or missing components</a:t>
            </a:r>
          </a:p>
        </p:txBody>
      </p:sp>
      <p:sp>
        <p:nvSpPr>
          <p:cNvPr id="17" name="Shape 0"/>
          <p:cNvSpPr/>
          <p:nvPr/>
        </p:nvSpPr>
        <p:spPr>
          <a:xfrm>
            <a:off x="478585" y="342900"/>
            <a:ext cx="3102815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pPr algn="ctr"/>
            <a:r>
              <a:rPr lang="en-US" sz="2400" b="1" dirty="0">
                <a:latin typeface="Nunito Sans" charset="0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1400" y="2628900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Web Based Verification System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02211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9BB2FB"/>
            </a:gs>
            <a:gs pos="83000">
              <a:srgbClr val="9BB2FB"/>
            </a:gs>
            <a:gs pos="100000">
              <a:srgbClr val="D1DFF6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F8059-C312-9AF6-DD0D-4CD361CE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2A96643E-DC8A-A9FB-8220-695D0CE61931}"/>
              </a:ext>
            </a:extLst>
          </p:cNvPr>
          <p:cNvSpPr/>
          <p:nvPr/>
        </p:nvSpPr>
        <p:spPr>
          <a:xfrm>
            <a:off x="760000" y="960120"/>
            <a:ext cx="153847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spc="-5" dirty="0">
                <a:solidFill>
                  <a:schemeClr val="bg2">
                    <a:lumMod val="75000"/>
                  </a:schemeClr>
                </a:solidFill>
                <a:latin typeface="Nunito Sans"/>
              </a:rPr>
              <a:t>What problem </a:t>
            </a:r>
            <a:r>
              <a:rPr lang="en-US" sz="5000" b="1" spc="-5" dirty="0" err="1">
                <a:solidFill>
                  <a:schemeClr val="bg2">
                    <a:lumMod val="75000"/>
                  </a:schemeClr>
                </a:solidFill>
                <a:latin typeface="Nunito Sans"/>
              </a:rPr>
              <a:t>Precheck</a:t>
            </a:r>
            <a:r>
              <a:rPr lang="en-US" sz="5000" b="1" spc="-5" dirty="0">
                <a:solidFill>
                  <a:schemeClr val="bg2">
                    <a:lumMod val="75000"/>
                  </a:schemeClr>
                </a:solidFill>
                <a:latin typeface="Nunito Sans"/>
              </a:rPr>
              <a:t> solves</a:t>
            </a:r>
          </a:p>
        </p:txBody>
      </p:sp>
      <p:sp>
        <p:nvSpPr>
          <p:cNvPr id="5" name="Sub"/>
          <p:cNvSpPr txBox="1">
            <a:spLocks/>
          </p:cNvSpPr>
          <p:nvPr/>
        </p:nvSpPr>
        <p:spPr>
          <a:xfrm>
            <a:off x="760000" y="2560000"/>
            <a:ext cx="13000000" cy="4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400" b="0" dirty="0">
                <a:solidFill>
                  <a:schemeClr val="bg1"/>
                </a:solidFill>
                <a:latin typeface="Nunito Sans"/>
              </a:rPr>
              <a:t>Four gaps that slow verification and weaken audit readiness.</a:t>
            </a:r>
          </a:p>
        </p:txBody>
      </p:sp>
      <p:sp>
        <p:nvSpPr>
          <p:cNvPr id="7" name="P0"/>
          <p:cNvSpPr/>
          <p:nvPr/>
        </p:nvSpPr>
        <p:spPr>
          <a:xfrm>
            <a:off x="760000" y="3300000"/>
            <a:ext cx="3937000" cy="49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lIns="45720" tIns="45720" rIns="45720" bIns="45720" anchor="ctr">
            <a:normAutofit/>
          </a:bodyPr>
          <a:lstStyle/>
          <a:p>
            <a:endParaRPr lang="en-US"/>
          </a:p>
        </p:txBody>
      </p:sp>
      <p:sp>
        <p:nvSpPr>
          <p:cNvPr id="8" name="Cap0"/>
          <p:cNvSpPr/>
          <p:nvPr/>
        </p:nvSpPr>
        <p:spPr>
          <a:xfrm>
            <a:off x="1020000" y="3730000"/>
            <a:ext cx="760000" cy="90000"/>
          </a:xfrm>
          <a:prstGeom prst="rect">
            <a:avLst/>
          </a:prstGeom>
          <a:solidFill>
            <a:srgbClr val="C42B8D"/>
          </a:solidFill>
          <a:ln>
            <a:noFill/>
          </a:ln>
        </p:spPr>
        <p:txBody>
          <a:bodyPr lIns="45720" tIns="45720" rIns="45720" bIns="4572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0" name="N0"/>
          <p:cNvSpPr txBox="1"/>
          <p:nvPr/>
        </p:nvSpPr>
        <p:spPr>
          <a:xfrm>
            <a:off x="1020000" y="4060000"/>
            <a:ext cx="3417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dirty="0">
                <a:latin typeface="Nunito Sans"/>
              </a:rPr>
              <a:t>01</a:t>
            </a:r>
          </a:p>
        </p:txBody>
      </p:sp>
      <p:sp>
        <p:nvSpPr>
          <p:cNvPr id="11" name="H0"/>
          <p:cNvSpPr txBox="1"/>
          <p:nvPr/>
        </p:nvSpPr>
        <p:spPr>
          <a:xfrm>
            <a:off x="760001" y="5200000"/>
            <a:ext cx="3936999" cy="1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b="1" dirty="0">
                <a:latin typeface="Nunito Sans"/>
              </a:rPr>
              <a:t>Component Misallocation</a:t>
            </a:r>
          </a:p>
        </p:txBody>
      </p:sp>
      <p:sp>
        <p:nvSpPr>
          <p:cNvPr id="12" name="B0"/>
          <p:cNvSpPr txBox="1">
            <a:spLocks/>
          </p:cNvSpPr>
          <p:nvPr/>
        </p:nvSpPr>
        <p:spPr>
          <a:xfrm>
            <a:off x="760001" y="5750000"/>
            <a:ext cx="3936999" cy="2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000" b="0" dirty="0">
                <a:latin typeface="Nunito Sans"/>
              </a:rPr>
              <a:t>Ambiguous component-to-production-order/assembly allocation, resulting in configuration mismatches.</a:t>
            </a:r>
          </a:p>
        </p:txBody>
      </p:sp>
      <p:sp>
        <p:nvSpPr>
          <p:cNvPr id="13" name="P1"/>
          <p:cNvSpPr/>
          <p:nvPr/>
        </p:nvSpPr>
        <p:spPr>
          <a:xfrm>
            <a:off x="5037000" y="3300000"/>
            <a:ext cx="3937000" cy="49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lIns="45720" tIns="45720" rIns="45720" bIns="45720" anchor="ctr">
            <a:normAutofit/>
          </a:bodyPr>
          <a:lstStyle/>
          <a:p>
            <a:endParaRPr lang="en-US"/>
          </a:p>
        </p:txBody>
      </p:sp>
      <p:sp>
        <p:nvSpPr>
          <p:cNvPr id="14" name="Cap1"/>
          <p:cNvSpPr/>
          <p:nvPr/>
        </p:nvSpPr>
        <p:spPr>
          <a:xfrm>
            <a:off x="5297000" y="3730000"/>
            <a:ext cx="760000" cy="90000"/>
          </a:xfrm>
          <a:prstGeom prst="rect">
            <a:avLst/>
          </a:prstGeom>
          <a:solidFill>
            <a:srgbClr val="5B3B8C"/>
          </a:solidFill>
          <a:ln>
            <a:noFill/>
          </a:ln>
        </p:spPr>
        <p:txBody>
          <a:bodyPr lIns="45720" tIns="45720" rIns="45720" bIns="4572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5" name="N1"/>
          <p:cNvSpPr txBox="1"/>
          <p:nvPr/>
        </p:nvSpPr>
        <p:spPr>
          <a:xfrm>
            <a:off x="5297000" y="4087000"/>
            <a:ext cx="3417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dirty="0">
                <a:latin typeface="Nunito Sans"/>
              </a:rPr>
              <a:t>02</a:t>
            </a:r>
          </a:p>
        </p:txBody>
      </p:sp>
      <p:sp>
        <p:nvSpPr>
          <p:cNvPr id="16" name="H1"/>
          <p:cNvSpPr txBox="1"/>
          <p:nvPr/>
        </p:nvSpPr>
        <p:spPr>
          <a:xfrm>
            <a:off x="5037000" y="5200000"/>
            <a:ext cx="3937000" cy="5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000" b="1" dirty="0">
                <a:latin typeface="Nunito Sans"/>
              </a:rPr>
              <a:t>Unverified BOM Compliance</a:t>
            </a:r>
          </a:p>
        </p:txBody>
      </p:sp>
      <p:sp>
        <p:nvSpPr>
          <p:cNvPr id="17" name="B1"/>
          <p:cNvSpPr txBox="1">
            <a:spLocks/>
          </p:cNvSpPr>
          <p:nvPr/>
        </p:nvSpPr>
        <p:spPr>
          <a:xfrm>
            <a:off x="5037000" y="5750000"/>
            <a:ext cx="3937000" cy="2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dirty="0">
                <a:latin typeface="Nunito Sans"/>
              </a:rPr>
              <a:t>Insufficient validation of part variant, batch/lot number, and quantity against the specified BOM.</a:t>
            </a:r>
          </a:p>
        </p:txBody>
      </p:sp>
      <p:sp>
        <p:nvSpPr>
          <p:cNvPr id="18" name="P2"/>
          <p:cNvSpPr/>
          <p:nvPr/>
        </p:nvSpPr>
        <p:spPr>
          <a:xfrm>
            <a:off x="9314000" y="3300000"/>
            <a:ext cx="3937000" cy="49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lIns="45720" tIns="45720" rIns="45720" bIns="45720" anchor="ctr">
            <a:normAutofit/>
          </a:bodyPr>
          <a:lstStyle/>
          <a:p>
            <a:endParaRPr lang="en-US"/>
          </a:p>
        </p:txBody>
      </p:sp>
      <p:sp>
        <p:nvSpPr>
          <p:cNvPr id="19" name="Cap2"/>
          <p:cNvSpPr/>
          <p:nvPr/>
        </p:nvSpPr>
        <p:spPr>
          <a:xfrm>
            <a:off x="9574000" y="3730000"/>
            <a:ext cx="760000" cy="90000"/>
          </a:xfrm>
          <a:prstGeom prst="rect">
            <a:avLst/>
          </a:prstGeom>
          <a:solidFill>
            <a:srgbClr val="3E6DB5"/>
          </a:solidFill>
          <a:ln>
            <a:noFill/>
          </a:ln>
        </p:spPr>
        <p:txBody>
          <a:bodyPr lIns="45720" tIns="45720" rIns="45720" bIns="4572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N2"/>
          <p:cNvSpPr txBox="1"/>
          <p:nvPr/>
        </p:nvSpPr>
        <p:spPr>
          <a:xfrm>
            <a:off x="9574000" y="4060000"/>
            <a:ext cx="3417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dirty="0">
                <a:latin typeface="Nunito Sans"/>
              </a:rPr>
              <a:t>03</a:t>
            </a:r>
          </a:p>
        </p:txBody>
      </p:sp>
      <p:sp>
        <p:nvSpPr>
          <p:cNvPr id="21" name="H2"/>
          <p:cNvSpPr txBox="1"/>
          <p:nvPr/>
        </p:nvSpPr>
        <p:spPr>
          <a:xfrm>
            <a:off x="9314000" y="5200000"/>
            <a:ext cx="3937000" cy="5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b="1" dirty="0">
                <a:latin typeface="Nunito Sans"/>
              </a:rPr>
              <a:t>Traceability Gaps</a:t>
            </a:r>
          </a:p>
        </p:txBody>
      </p:sp>
      <p:sp>
        <p:nvSpPr>
          <p:cNvPr id="22" name="B2"/>
          <p:cNvSpPr txBox="1">
            <a:spLocks/>
          </p:cNvSpPr>
          <p:nvPr/>
        </p:nvSpPr>
        <p:spPr>
          <a:xfrm>
            <a:off x="9314000" y="5750000"/>
            <a:ext cx="3937000" cy="2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dirty="0">
                <a:latin typeface="Nunito Sans"/>
              </a:rPr>
              <a:t>Limited end-to-end traceability of serialized/batch-controlled components, compromising audit readiness.</a:t>
            </a:r>
          </a:p>
        </p:txBody>
      </p:sp>
      <p:sp>
        <p:nvSpPr>
          <p:cNvPr id="23" name="P3"/>
          <p:cNvSpPr/>
          <p:nvPr/>
        </p:nvSpPr>
        <p:spPr>
          <a:xfrm>
            <a:off x="13591000" y="3300000"/>
            <a:ext cx="3937000" cy="49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lIns="45720" tIns="45720" rIns="45720" bIns="45720" anchor="ctr">
            <a:normAutofit/>
          </a:bodyPr>
          <a:lstStyle/>
          <a:p>
            <a:endParaRPr lang="en-US"/>
          </a:p>
        </p:txBody>
      </p:sp>
      <p:sp>
        <p:nvSpPr>
          <p:cNvPr id="24" name="Cap3"/>
          <p:cNvSpPr/>
          <p:nvPr/>
        </p:nvSpPr>
        <p:spPr>
          <a:xfrm>
            <a:off x="13851000" y="3730000"/>
            <a:ext cx="760000" cy="90000"/>
          </a:xfrm>
          <a:prstGeom prst="rect">
            <a:avLst/>
          </a:prstGeom>
          <a:solidFill>
            <a:srgbClr val="1BB3D6"/>
          </a:solidFill>
          <a:ln>
            <a:noFill/>
          </a:ln>
        </p:spPr>
        <p:txBody>
          <a:bodyPr lIns="45720" tIns="45720" rIns="45720" bIns="4572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5" name="N3"/>
          <p:cNvSpPr txBox="1"/>
          <p:nvPr/>
        </p:nvSpPr>
        <p:spPr>
          <a:xfrm>
            <a:off x="13851000" y="4060000"/>
            <a:ext cx="3417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dirty="0">
                <a:latin typeface="Nunito Sans"/>
              </a:rPr>
              <a:t>04</a:t>
            </a:r>
          </a:p>
        </p:txBody>
      </p:sp>
      <p:sp>
        <p:nvSpPr>
          <p:cNvPr id="26" name="H3"/>
          <p:cNvSpPr txBox="1"/>
          <p:nvPr/>
        </p:nvSpPr>
        <p:spPr>
          <a:xfrm>
            <a:off x="13591000" y="5200000"/>
            <a:ext cx="3937000" cy="5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b="1" dirty="0">
                <a:latin typeface="Nunito Sans"/>
              </a:rPr>
              <a:t>Manual Record Latency</a:t>
            </a:r>
          </a:p>
        </p:txBody>
      </p:sp>
      <p:sp>
        <p:nvSpPr>
          <p:cNvPr id="27" name="B3"/>
          <p:cNvSpPr txBox="1"/>
          <p:nvPr/>
        </p:nvSpPr>
        <p:spPr>
          <a:xfrm>
            <a:off x="13591000" y="5750000"/>
            <a:ext cx="3937000" cy="2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000" dirty="0">
                <a:latin typeface="Nunito Sans"/>
              </a:rPr>
              <a:t>Reliance on manual, paper-based inspection logs, introducing latency, human error, and poor auditability.</a:t>
            </a:r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87" y="224984"/>
            <a:ext cx="3971414" cy="589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760001" y="247158"/>
            <a:ext cx="3936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 Statement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12077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88D0-6D15-5DB7-05AF-98F36295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48B144EA-6908-EB16-8A57-E02C75DB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3C1DF6A-BED2-9E17-6CC5-3645F273F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B24547D2-DFDD-6F33-A41B-948B9DA0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70F4F17-64C4-7A75-F35B-1EE18E8B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>
            <a:off x="5975604" y="4251960"/>
            <a:ext cx="987552" cy="466344"/>
          </a:xfrm>
          <a:prstGeom prst="rightArrow">
            <a:avLst/>
          </a:prstGeom>
          <a:solidFill>
            <a:srgbClr val="AA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ight Arrow 69"/>
          <p:cNvSpPr/>
          <p:nvPr/>
        </p:nvSpPr>
        <p:spPr>
          <a:xfrm>
            <a:off x="10776204" y="4251960"/>
            <a:ext cx="987552" cy="466344"/>
          </a:xfrm>
          <a:prstGeom prst="rightArrow">
            <a:avLst/>
          </a:prstGeom>
          <a:solidFill>
            <a:srgbClr val="AA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Left Arrow 70"/>
          <p:cNvSpPr/>
          <p:nvPr/>
        </p:nvSpPr>
        <p:spPr>
          <a:xfrm>
            <a:off x="11091672" y="7379208"/>
            <a:ext cx="987552" cy="466344"/>
          </a:xfrm>
          <a:prstGeom prst="leftArrow">
            <a:avLst/>
          </a:prstGeom>
          <a:solidFill>
            <a:srgbClr val="AA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eft Arrow 71"/>
          <p:cNvSpPr/>
          <p:nvPr/>
        </p:nvSpPr>
        <p:spPr>
          <a:xfrm>
            <a:off x="6291072" y="7379208"/>
            <a:ext cx="987552" cy="466344"/>
          </a:xfrm>
          <a:prstGeom prst="leftArrow">
            <a:avLst/>
          </a:prstGeom>
          <a:solidFill>
            <a:srgbClr val="AA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2478024" y="322326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824302" y="3453257"/>
            <a:ext cx="658368" cy="658368"/>
          </a:xfrm>
          <a:prstGeom prst="ellipse">
            <a:avLst/>
          </a:prstGeom>
          <a:solidFill>
            <a:srgbClr val="46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t>01</a:t>
            </a:r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2478024" y="4319903"/>
            <a:ext cx="3730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QR code generation </a:t>
            </a:r>
          </a:p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and scanning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78624" y="322326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686800" y="3472082"/>
            <a:ext cx="658368" cy="658368"/>
          </a:xfrm>
          <a:prstGeom prst="ellipse">
            <a:avLst/>
          </a:prstGeom>
          <a:solidFill>
            <a:srgbClr val="18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t>02</a:t>
            </a:r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7264908" y="4361688"/>
            <a:ext cx="3744468" cy="10012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Bom &amp; component </a:t>
            </a:r>
          </a:p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verification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079224" y="322326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3478256" y="3453257"/>
            <a:ext cx="658368" cy="658368"/>
          </a:xfrm>
          <a:prstGeom prst="ellipse">
            <a:avLst/>
          </a:prstGeom>
          <a:solidFill>
            <a:srgbClr val="594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t>03</a:t>
            </a:r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12079224" y="4452296"/>
            <a:ext cx="3730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400" dirty="0"/>
              <a:t>Production Order /</a:t>
            </a:r>
          </a:p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400" dirty="0"/>
              <a:t>Work Order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079224" y="637794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13478256" y="6652260"/>
            <a:ext cx="658368" cy="658368"/>
          </a:xfrm>
          <a:prstGeom prst="ellipse">
            <a:avLst/>
          </a:prstGeom>
          <a:solidFill>
            <a:srgbClr val="00B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t>04</a:t>
            </a:r>
            <a:endParaRPr lang="en-US"/>
          </a:p>
        </p:txBody>
      </p:sp>
      <p:sp>
        <p:nvSpPr>
          <p:cNvPr id="84" name="Rounded Rectangle 83"/>
          <p:cNvSpPr/>
          <p:nvPr/>
        </p:nvSpPr>
        <p:spPr>
          <a:xfrm>
            <a:off x="7278624" y="637794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686800" y="6652260"/>
            <a:ext cx="658368" cy="658368"/>
          </a:xfrm>
          <a:prstGeom prst="ellipse">
            <a:avLst/>
          </a:prstGeom>
          <a:solidFill>
            <a:srgbClr val="C13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rPr dirty="0"/>
              <a:t>05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7278624" y="7694046"/>
            <a:ext cx="3730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Part &amp; Assembly Mapping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478024" y="6377940"/>
            <a:ext cx="3730752" cy="22219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CED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8" name="Oval 87"/>
          <p:cNvSpPr/>
          <p:nvPr/>
        </p:nvSpPr>
        <p:spPr>
          <a:xfrm>
            <a:off x="3806952" y="6695946"/>
            <a:ext cx="658368" cy="658368"/>
          </a:xfrm>
          <a:prstGeom prst="ellipse">
            <a:avLst/>
          </a:prstGeom>
          <a:solidFill>
            <a:srgbClr val="1F4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5" b="1">
                <a:solidFill>
                  <a:srgbClr val="FFFFFF"/>
                </a:solidFill>
                <a:latin typeface="Nunito Sans"/>
              </a:defRPr>
            </a:pPr>
            <a:r>
              <a:t>06</a:t>
            </a:r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2478024" y="7694046"/>
            <a:ext cx="3730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Reject/Replace/ </a:t>
            </a:r>
          </a:p>
          <a:p>
            <a:pPr algn="ctr">
              <a:defRPr sz="1950" b="1">
                <a:solidFill>
                  <a:srgbClr val="162540"/>
                </a:solidFill>
                <a:latin typeface="Nunito Sans"/>
              </a:defRPr>
            </a:pPr>
            <a:r>
              <a:rPr lang="en-US" sz="2800" dirty="0"/>
              <a:t>Re-verify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585" y="1409700"/>
            <a:ext cx="16184880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350" b="1">
                <a:solidFill>
                  <a:srgbClr val="192D52"/>
                </a:solidFill>
                <a:latin typeface="Nunito Sans"/>
              </a:defRPr>
            </a:pPr>
            <a:r>
              <a:rPr dirty="0">
                <a:solidFill>
                  <a:schemeClr val="tx2"/>
                </a:solidFill>
              </a:rPr>
              <a:t>Business Core Module</a:t>
            </a:r>
            <a:r>
              <a:rPr lang="en-US" dirty="0">
                <a:solidFill>
                  <a:schemeClr val="tx2"/>
                </a:solidFill>
              </a:rPr>
              <a:t>s</a:t>
            </a:r>
          </a:p>
        </p:txBody>
      </p:sp>
      <p:sp>
        <p:nvSpPr>
          <p:cNvPr id="91" name="Shape 0"/>
          <p:cNvSpPr/>
          <p:nvPr/>
        </p:nvSpPr>
        <p:spPr>
          <a:xfrm>
            <a:off x="478585" y="342900"/>
            <a:ext cx="3102815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pPr algn="ctr"/>
            <a:r>
              <a:rPr lang="en-US" sz="2400" dirty="0"/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7694046"/>
            <a:ext cx="37307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62540"/>
                </a:solidFill>
                <a:latin typeface="Nunito Sans" charset="0"/>
              </a:rPr>
              <a:t>Inspection</a:t>
            </a:r>
            <a:r>
              <a:rPr lang="en-US" sz="2000" dirty="0">
                <a:latin typeface="Nunito Sans" charset="0"/>
              </a:rPr>
              <a:t> </a:t>
            </a:r>
            <a:r>
              <a:rPr lang="en-US" sz="3200" b="1" dirty="0">
                <a:solidFill>
                  <a:srgbClr val="162540"/>
                </a:solidFill>
                <a:latin typeface="Nunito Sans" charset="0"/>
              </a:rPr>
              <a:t>First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28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9BB2FB"/>
            </a:gs>
            <a:gs pos="83000">
              <a:srgbClr val="9BB2FB"/>
            </a:gs>
            <a:gs pos="100000">
              <a:srgbClr val="D1DFF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585" y="342900"/>
            <a:ext cx="3941015" cy="685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0060" y="342900"/>
            <a:ext cx="39395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latin typeface="Nunito Sans" charset="0"/>
              </a:rPr>
              <a:t>VALUE DELIVERED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BE55AEF-69FC-AFD9-3C34-92904F5940E2}"/>
              </a:ext>
            </a:extLst>
          </p:cNvPr>
          <p:cNvSpPr/>
          <p:nvPr/>
        </p:nvSpPr>
        <p:spPr>
          <a:xfrm>
            <a:off x="541782" y="2320290"/>
            <a:ext cx="1440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every component must be traceable, Precheck fits the workflow.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08953681-19E3-990F-F508-351FCB238665}"/>
              </a:ext>
            </a:extLst>
          </p:cNvPr>
          <p:cNvSpPr/>
          <p:nvPr/>
        </p:nvSpPr>
        <p:spPr>
          <a:xfrm>
            <a:off x="541782" y="1470660"/>
            <a:ext cx="1508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spc="-5" dirty="0">
                <a:solidFill>
                  <a:schemeClr val="bg2">
                    <a:lumMod val="75000"/>
                  </a:schemeClr>
                </a:solidFill>
                <a:latin typeface="Nunito Sans"/>
              </a:rPr>
              <a:t>Built for High-Stakes Manufacturing</a:t>
            </a:r>
          </a:p>
        </p:txBody>
      </p:sp>
      <p:sp>
        <p:nvSpPr>
          <p:cNvPr id="100" name="Shape 4">
            <a:extLst>
              <a:ext uri="{FF2B5EF4-FFF2-40B4-BE49-F238E27FC236}">
                <a16:creationId xmlns:a16="http://schemas.microsoft.com/office/drawing/2014/main" id="{EA205F3B-6956-F0D0-9803-60C2AAF3131D}"/>
              </a:ext>
            </a:extLst>
          </p:cNvPr>
          <p:cNvSpPr/>
          <p:nvPr/>
        </p:nvSpPr>
        <p:spPr>
          <a:xfrm>
            <a:off x="480060" y="3771900"/>
            <a:ext cx="4389120" cy="5105400"/>
          </a:xfrm>
          <a:prstGeom prst="roundRect">
            <a:avLst>
              <a:gd name="adj" fmla="val 17096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 sz="2700" dirty="0"/>
          </a:p>
        </p:txBody>
      </p:sp>
      <p:sp>
        <p:nvSpPr>
          <p:cNvPr id="102" name="Shape 5">
            <a:extLst>
              <a:ext uri="{FF2B5EF4-FFF2-40B4-BE49-F238E27FC236}">
                <a16:creationId xmlns:a16="http://schemas.microsoft.com/office/drawing/2014/main" id="{5D169396-C9C0-48E7-E81D-C3C1E19C23AB}"/>
              </a:ext>
            </a:extLst>
          </p:cNvPr>
          <p:cNvSpPr/>
          <p:nvPr/>
        </p:nvSpPr>
        <p:spPr>
          <a:xfrm>
            <a:off x="2338578" y="4320540"/>
            <a:ext cx="1152144" cy="1152144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E1B34">
                <a:alpha val="25000"/>
              </a:srgbClr>
            </a:outerShdw>
          </a:effectLst>
        </p:spPr>
        <p:txBody>
          <a:bodyPr/>
          <a:lstStyle/>
          <a:p>
            <a:endParaRPr lang="en-US" sz="2700"/>
          </a:p>
        </p:txBody>
      </p:sp>
      <p:pic>
        <p:nvPicPr>
          <p:cNvPr id="104" name="Image 0" descr="/home/claude/icons/plane.png">
            <a:extLst>
              <a:ext uri="{FF2B5EF4-FFF2-40B4-BE49-F238E27FC236}">
                <a16:creationId xmlns:a16="http://schemas.microsoft.com/office/drawing/2014/main" id="{C661B625-431A-06D3-C14B-198E62DE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93" y="4597055"/>
            <a:ext cx="599115" cy="599115"/>
          </a:xfrm>
          <a:prstGeom prst="rect">
            <a:avLst/>
          </a:prstGeom>
        </p:spPr>
      </p:pic>
      <p:sp>
        <p:nvSpPr>
          <p:cNvPr id="106" name="Text 6">
            <a:extLst>
              <a:ext uri="{FF2B5EF4-FFF2-40B4-BE49-F238E27FC236}">
                <a16:creationId xmlns:a16="http://schemas.microsoft.com/office/drawing/2014/main" id="{B87758DA-2935-3009-83D8-B9C30471F524}"/>
              </a:ext>
            </a:extLst>
          </p:cNvPr>
          <p:cNvSpPr/>
          <p:nvPr/>
        </p:nvSpPr>
        <p:spPr>
          <a:xfrm>
            <a:off x="762000" y="5760720"/>
            <a:ext cx="38328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Aerospace &amp; Defense</a:t>
            </a:r>
            <a:endParaRPr lang="en-US" sz="2800" dirty="0"/>
          </a:p>
        </p:txBody>
      </p:sp>
      <p:sp>
        <p:nvSpPr>
          <p:cNvPr id="108" name="Text 7">
            <a:extLst>
              <a:ext uri="{FF2B5EF4-FFF2-40B4-BE49-F238E27FC236}">
                <a16:creationId xmlns:a16="http://schemas.microsoft.com/office/drawing/2014/main" id="{299EB3A5-72C3-9C1A-D362-72AC613421BF}"/>
              </a:ext>
            </a:extLst>
          </p:cNvPr>
          <p:cNvSpPr/>
          <p:nvPr/>
        </p:nvSpPr>
        <p:spPr>
          <a:xfrm>
            <a:off x="480060" y="6720840"/>
            <a:ext cx="4389120" cy="2156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Nunito Sans" pitchFamily="2" charset="0"/>
                <a:ea typeface="Calibri" pitchFamily="34" charset="-122"/>
                <a:cs typeface="Calibri" pitchFamily="34" charset="-120"/>
              </a:rPr>
              <a:t>Jet engines, actuation systems, satellite sub-assemblies where every part needs end-to-end traceability.</a:t>
            </a:r>
          </a:p>
        </p:txBody>
      </p:sp>
      <p:sp>
        <p:nvSpPr>
          <p:cNvPr id="110" name="Shape 8">
            <a:extLst>
              <a:ext uri="{FF2B5EF4-FFF2-40B4-BE49-F238E27FC236}">
                <a16:creationId xmlns:a16="http://schemas.microsoft.com/office/drawing/2014/main" id="{25ED0E85-6568-4EDB-B5C1-598BDF171186}"/>
              </a:ext>
            </a:extLst>
          </p:cNvPr>
          <p:cNvSpPr/>
          <p:nvPr/>
        </p:nvSpPr>
        <p:spPr>
          <a:xfrm>
            <a:off x="4935566" y="3771900"/>
            <a:ext cx="4206240" cy="5105400"/>
          </a:xfrm>
          <a:prstGeom prst="roundRect">
            <a:avLst>
              <a:gd name="adj" fmla="val 13906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12" name="Shape 9">
            <a:extLst>
              <a:ext uri="{FF2B5EF4-FFF2-40B4-BE49-F238E27FC236}">
                <a16:creationId xmlns:a16="http://schemas.microsoft.com/office/drawing/2014/main" id="{3591A13E-4A86-F5BE-0951-72432973DC6E}"/>
              </a:ext>
            </a:extLst>
          </p:cNvPr>
          <p:cNvSpPr/>
          <p:nvPr/>
        </p:nvSpPr>
        <p:spPr>
          <a:xfrm>
            <a:off x="6590538" y="4320540"/>
            <a:ext cx="1152144" cy="1152144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E1B34">
                <a:alpha val="25000"/>
              </a:srgbClr>
            </a:outerShdw>
          </a:effectLst>
        </p:spPr>
        <p:txBody>
          <a:bodyPr/>
          <a:lstStyle/>
          <a:p>
            <a:endParaRPr lang="en-US" sz="2700"/>
          </a:p>
        </p:txBody>
      </p:sp>
      <p:pic>
        <p:nvPicPr>
          <p:cNvPr id="114" name="Image 1" descr="/home/claude/icons/car.png">
            <a:extLst>
              <a:ext uri="{FF2B5EF4-FFF2-40B4-BE49-F238E27FC236}">
                <a16:creationId xmlns:a16="http://schemas.microsoft.com/office/drawing/2014/main" id="{54E1106A-1A89-5C4B-F5D4-91F58C650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053" y="4597055"/>
            <a:ext cx="599115" cy="599115"/>
          </a:xfrm>
          <a:prstGeom prst="rect">
            <a:avLst/>
          </a:prstGeom>
        </p:spPr>
      </p:pic>
      <p:sp>
        <p:nvSpPr>
          <p:cNvPr id="116" name="Text 10">
            <a:extLst>
              <a:ext uri="{FF2B5EF4-FFF2-40B4-BE49-F238E27FC236}">
                <a16:creationId xmlns:a16="http://schemas.microsoft.com/office/drawing/2014/main" id="{F4B1721A-615F-5783-F499-DFA7AA577121}"/>
              </a:ext>
            </a:extLst>
          </p:cNvPr>
          <p:cNvSpPr/>
          <p:nvPr/>
        </p:nvSpPr>
        <p:spPr>
          <a:xfrm>
            <a:off x="5486400" y="5760720"/>
            <a:ext cx="33604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EV</a:t>
            </a:r>
          </a:p>
        </p:txBody>
      </p:sp>
      <p:sp>
        <p:nvSpPr>
          <p:cNvPr id="118" name="Text 11">
            <a:extLst>
              <a:ext uri="{FF2B5EF4-FFF2-40B4-BE49-F238E27FC236}">
                <a16:creationId xmlns:a16="http://schemas.microsoft.com/office/drawing/2014/main" id="{1C6709A0-1A35-9E6D-8F7F-4CB4ABF96CBF}"/>
              </a:ext>
            </a:extLst>
          </p:cNvPr>
          <p:cNvSpPr/>
          <p:nvPr/>
        </p:nvSpPr>
        <p:spPr>
          <a:xfrm>
            <a:off x="4935566" y="6720840"/>
            <a:ext cx="4206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Nunito Sans" pitchFamily="2" charset="0"/>
                <a:ea typeface="Calibri" pitchFamily="34" charset="-122"/>
                <a:cs typeface="Calibri" pitchFamily="34" charset="-120"/>
              </a:rPr>
              <a:t>High-value powertrain assemblies, battery packs, and motor sub-assemblies.</a:t>
            </a:r>
            <a:endParaRPr lang="en-US" sz="2400" dirty="0">
              <a:latin typeface="Nunito Sans" pitchFamily="2" charset="0"/>
            </a:endParaRPr>
          </a:p>
        </p:txBody>
      </p:sp>
      <p:sp>
        <p:nvSpPr>
          <p:cNvPr id="120" name="Shape 12">
            <a:extLst>
              <a:ext uri="{FF2B5EF4-FFF2-40B4-BE49-F238E27FC236}">
                <a16:creationId xmlns:a16="http://schemas.microsoft.com/office/drawing/2014/main" id="{E7F9F614-8F5C-A027-D6A1-3AC733624395}"/>
              </a:ext>
            </a:extLst>
          </p:cNvPr>
          <p:cNvSpPr/>
          <p:nvPr/>
        </p:nvSpPr>
        <p:spPr>
          <a:xfrm>
            <a:off x="9208192" y="3771900"/>
            <a:ext cx="4231294" cy="5105400"/>
          </a:xfrm>
          <a:prstGeom prst="roundRect">
            <a:avLst>
              <a:gd name="adj" fmla="val 16193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22" name="Shape 13">
            <a:extLst>
              <a:ext uri="{FF2B5EF4-FFF2-40B4-BE49-F238E27FC236}">
                <a16:creationId xmlns:a16="http://schemas.microsoft.com/office/drawing/2014/main" id="{1C645199-B97F-D091-4B15-91F6D98C2FC0}"/>
              </a:ext>
            </a:extLst>
          </p:cNvPr>
          <p:cNvSpPr/>
          <p:nvPr/>
        </p:nvSpPr>
        <p:spPr>
          <a:xfrm>
            <a:off x="10842498" y="4320540"/>
            <a:ext cx="1152144" cy="1152144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E1B34">
                <a:alpha val="25000"/>
              </a:srgbClr>
            </a:outerShdw>
          </a:effectLst>
        </p:spPr>
        <p:txBody>
          <a:bodyPr/>
          <a:lstStyle/>
          <a:p>
            <a:endParaRPr lang="en-US" sz="2700"/>
          </a:p>
        </p:txBody>
      </p:sp>
      <p:pic>
        <p:nvPicPr>
          <p:cNvPr id="124" name="Image 2" descr="/home/claude/icons/cogs.png">
            <a:extLst>
              <a:ext uri="{FF2B5EF4-FFF2-40B4-BE49-F238E27FC236}">
                <a16:creationId xmlns:a16="http://schemas.microsoft.com/office/drawing/2014/main" id="{83568EBD-A95F-598B-B63B-B9FB2F974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013" y="4597055"/>
            <a:ext cx="599115" cy="599115"/>
          </a:xfrm>
          <a:prstGeom prst="rect">
            <a:avLst/>
          </a:prstGeom>
        </p:spPr>
      </p:pic>
      <p:sp>
        <p:nvSpPr>
          <p:cNvPr id="126" name="Text 14">
            <a:extLst>
              <a:ext uri="{FF2B5EF4-FFF2-40B4-BE49-F238E27FC236}">
                <a16:creationId xmlns:a16="http://schemas.microsoft.com/office/drawing/2014/main" id="{BB6994E1-2469-1A44-0E46-AA7E05EDA368}"/>
              </a:ext>
            </a:extLst>
          </p:cNvPr>
          <p:cNvSpPr/>
          <p:nvPr/>
        </p:nvSpPr>
        <p:spPr>
          <a:xfrm>
            <a:off x="9738360" y="5760720"/>
            <a:ext cx="33604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Machinery</a:t>
            </a:r>
            <a:endParaRPr lang="en-US" sz="2800" b="1" dirty="0"/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7F1EEA88-6590-D25B-6BB7-99CFA4C994B3}"/>
              </a:ext>
            </a:extLst>
          </p:cNvPr>
          <p:cNvSpPr/>
          <p:nvPr/>
        </p:nvSpPr>
        <p:spPr>
          <a:xfrm>
            <a:off x="9208192" y="6438900"/>
            <a:ext cx="4206240" cy="2726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Nunito Sans" pitchFamily="2" charset="0"/>
                <a:ea typeface="Calibri" pitchFamily="34" charset="-122"/>
                <a:cs typeface="Calibri" pitchFamily="34" charset="-120"/>
              </a:rPr>
              <a:t>Complex hydraulic, turbine, and actuation systems needing multi-level BOM verification.</a:t>
            </a:r>
          </a:p>
        </p:txBody>
      </p:sp>
      <p:sp>
        <p:nvSpPr>
          <p:cNvPr id="130" name="Shape 16">
            <a:extLst>
              <a:ext uri="{FF2B5EF4-FFF2-40B4-BE49-F238E27FC236}">
                <a16:creationId xmlns:a16="http://schemas.microsoft.com/office/drawing/2014/main" id="{B943004F-57C7-8C26-01ED-366834348C0F}"/>
              </a:ext>
            </a:extLst>
          </p:cNvPr>
          <p:cNvSpPr/>
          <p:nvPr/>
        </p:nvSpPr>
        <p:spPr>
          <a:xfrm>
            <a:off x="13505872" y="3771900"/>
            <a:ext cx="4324928" cy="5105400"/>
          </a:xfrm>
          <a:prstGeom prst="roundRect">
            <a:avLst>
              <a:gd name="adj" fmla="val 11323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32" name="Shape 17">
            <a:extLst>
              <a:ext uri="{FF2B5EF4-FFF2-40B4-BE49-F238E27FC236}">
                <a16:creationId xmlns:a16="http://schemas.microsoft.com/office/drawing/2014/main" id="{CDB9E112-C013-16B2-AC96-C13EAA33B061}"/>
              </a:ext>
            </a:extLst>
          </p:cNvPr>
          <p:cNvSpPr/>
          <p:nvPr/>
        </p:nvSpPr>
        <p:spPr>
          <a:xfrm>
            <a:off x="15094458" y="4320540"/>
            <a:ext cx="1152144" cy="1152144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E1B34">
                <a:alpha val="25000"/>
              </a:srgbClr>
            </a:outerShdw>
          </a:effectLst>
        </p:spPr>
        <p:txBody>
          <a:bodyPr/>
          <a:lstStyle/>
          <a:p>
            <a:endParaRPr lang="en-US" sz="2700"/>
          </a:p>
        </p:txBody>
      </p:sp>
      <p:pic>
        <p:nvPicPr>
          <p:cNvPr id="134" name="Image 3" descr="/home/claude/icons/microchip.png">
            <a:extLst>
              <a:ext uri="{FF2B5EF4-FFF2-40B4-BE49-F238E27FC236}">
                <a16:creationId xmlns:a16="http://schemas.microsoft.com/office/drawing/2014/main" id="{C3ED2A47-0C9D-52D5-F6A4-7D09368A6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0973" y="4597055"/>
            <a:ext cx="599115" cy="599115"/>
          </a:xfrm>
          <a:prstGeom prst="rect">
            <a:avLst/>
          </a:prstGeom>
        </p:spPr>
      </p:pic>
      <p:sp>
        <p:nvSpPr>
          <p:cNvPr id="136" name="Text 18">
            <a:extLst>
              <a:ext uri="{FF2B5EF4-FFF2-40B4-BE49-F238E27FC236}">
                <a16:creationId xmlns:a16="http://schemas.microsoft.com/office/drawing/2014/main" id="{D3937F13-A700-16EC-B747-9D61AF86F294}"/>
              </a:ext>
            </a:extLst>
          </p:cNvPr>
          <p:cNvSpPr/>
          <p:nvPr/>
        </p:nvSpPr>
        <p:spPr>
          <a:xfrm>
            <a:off x="13505872" y="5760720"/>
            <a:ext cx="4324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Medical Devices</a:t>
            </a:r>
            <a:endParaRPr lang="en-US" sz="2800" dirty="0"/>
          </a:p>
        </p:txBody>
      </p:sp>
      <p:sp>
        <p:nvSpPr>
          <p:cNvPr id="138" name="Text 19">
            <a:extLst>
              <a:ext uri="{FF2B5EF4-FFF2-40B4-BE49-F238E27FC236}">
                <a16:creationId xmlns:a16="http://schemas.microsoft.com/office/drawing/2014/main" id="{6C6DB9BB-4FC8-2584-297A-4EB8BDB7FE57}"/>
              </a:ext>
            </a:extLst>
          </p:cNvPr>
          <p:cNvSpPr/>
          <p:nvPr/>
        </p:nvSpPr>
        <p:spPr>
          <a:xfrm>
            <a:off x="13505872" y="7008876"/>
            <a:ext cx="4302068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Nunito Sans" pitchFamily="2" charset="0"/>
                <a:ea typeface="Calibri" pitchFamily="34" charset="-122"/>
                <a:cs typeface="Calibri" pitchFamily="34" charset="-120"/>
              </a:rPr>
              <a:t>Class III surgical and diagnostic equipment where serialization is compliance-mandated.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57D03-85A4-F130-987A-90F0FBD7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EA376BBC-74C4-24FC-B001-0BAB9834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9C354FA-F4B3-62AA-DBCF-2CF2AA0D8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BFC88AB-279C-44C2-F29D-CECA6C0CA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9CECE198-65AD-8C2F-7C84-321DB6D8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716F761-BE98-1081-01A8-2A28346CC2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684142"/>
              </p:ext>
            </p:extLst>
          </p:nvPr>
        </p:nvGraphicFramePr>
        <p:xfrm>
          <a:off x="1752025" y="2476500"/>
          <a:ext cx="14782800" cy="6884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09600" y="1194686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How Our Product is different</a:t>
            </a:r>
            <a:endParaRPr lang="en-IN" sz="4400" b="1" dirty="0"/>
          </a:p>
        </p:txBody>
      </p:sp>
      <p:sp>
        <p:nvSpPr>
          <p:cNvPr id="13" name="Shape 0"/>
          <p:cNvSpPr/>
          <p:nvPr/>
        </p:nvSpPr>
        <p:spPr>
          <a:xfrm>
            <a:off x="609600" y="302343"/>
            <a:ext cx="3886200" cy="6857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pPr algn="ctr"/>
            <a:r>
              <a:rPr lang="en-US" sz="2400" b="1" dirty="0"/>
              <a:t>Why we is different</a:t>
            </a:r>
          </a:p>
        </p:txBody>
      </p:sp>
    </p:spTree>
    <p:extLst>
      <p:ext uri="{BB962C8B-B14F-4D97-AF65-F5344CB8AC3E}">
        <p14:creationId xmlns:p14="http://schemas.microsoft.com/office/powerpoint/2010/main" val="86692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9BB2FB"/>
            </a:gs>
            <a:gs pos="83000">
              <a:srgbClr val="9BB2FB"/>
            </a:gs>
            <a:gs pos="100000">
              <a:srgbClr val="D1DFF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8">
            <a:extLst>
              <a:ext uri="{FF2B5EF4-FFF2-40B4-BE49-F238E27FC236}">
                <a16:creationId xmlns:a16="http://schemas.microsoft.com/office/drawing/2014/main" id="{F8404DD2-1925-1B97-D43D-9BCDFC7C0B1E}"/>
              </a:ext>
            </a:extLst>
          </p:cNvPr>
          <p:cNvSpPr txBox="1"/>
          <p:nvPr/>
        </p:nvSpPr>
        <p:spPr>
          <a:xfrm>
            <a:off x="502371" y="1329667"/>
            <a:ext cx="8870151" cy="150325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lIns="50800" tIns="50800" rIns="50800" bIns="50800" rtlCol="0" anchor="ctr"/>
          <a:lstStyle/>
          <a:p>
            <a:pPr>
              <a:lnSpc>
                <a:spcPts val="3519"/>
              </a:lnSpc>
            </a:pPr>
            <a:r>
              <a:rPr lang="en-US" sz="6600" b="1" dirty="0">
                <a:latin typeface="Nunito Sans" charset="0"/>
              </a:rPr>
              <a:t>Future Scope</a:t>
            </a:r>
            <a:endParaRPr sz="6600" b="1" dirty="0">
              <a:latin typeface="Nunito Sans" charset="0"/>
            </a:endParaRPr>
          </a:p>
        </p:txBody>
      </p:sp>
      <p:sp>
        <p:nvSpPr>
          <p:cNvPr id="52" name="Freeform 9">
            <a:extLst>
              <a:ext uri="{FF2B5EF4-FFF2-40B4-BE49-F238E27FC236}">
                <a16:creationId xmlns:a16="http://schemas.microsoft.com/office/drawing/2014/main" id="{D0A76C13-AF5D-14EF-8A7F-3F3E99999680}"/>
              </a:ext>
            </a:extLst>
          </p:cNvPr>
          <p:cNvSpPr/>
          <p:nvPr/>
        </p:nvSpPr>
        <p:spPr>
          <a:xfrm>
            <a:off x="9702055" y="1028700"/>
            <a:ext cx="8036871" cy="8594137"/>
          </a:xfrm>
          <a:custGeom>
            <a:avLst/>
            <a:gdLst/>
            <a:ahLst/>
            <a:cxnLst/>
            <a:rect l="l" t="t" r="r" b="b"/>
            <a:pathLst>
              <a:path w="8036871" h="8594137">
                <a:moveTo>
                  <a:pt x="0" y="0"/>
                </a:moveTo>
                <a:lnTo>
                  <a:pt x="8036871" y="0"/>
                </a:lnTo>
                <a:lnTo>
                  <a:pt x="8036871" y="8594137"/>
                </a:lnTo>
                <a:lnTo>
                  <a:pt x="0" y="8594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053" r="-304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5187" y="2933700"/>
            <a:ext cx="884403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Nunito Sans" pitchFamily="2" charset="0"/>
              </a:rPr>
              <a:t>Advanced ERP Integration</a:t>
            </a:r>
            <a:r>
              <a:rPr lang="en-US" sz="2800" dirty="0">
                <a:solidFill>
                  <a:schemeClr val="bg1"/>
                </a:solidFill>
                <a:latin typeface="Nunito Sans" pitchFamily="2" charset="0"/>
              </a:rPr>
              <a:t> – Expand integration ERP systems for real-time production orders, inventory, and material status</a:t>
            </a:r>
            <a:r>
              <a:rPr lang="en-US" dirty="0">
                <a:solidFill>
                  <a:schemeClr val="bg1"/>
                </a:solidFill>
                <a:latin typeface="Nunito Sans" pitchFamily="2" charset="0"/>
              </a:rPr>
              <a:t>.</a:t>
            </a:r>
            <a:endParaRPr lang="en-US" spc="-2" dirty="0">
              <a:solidFill>
                <a:schemeClr val="bg1"/>
              </a:solidFill>
              <a:latin typeface="Nunito Sans" pitchFamily="2" charset="0"/>
              <a:ea typeface="Nunito Sans"/>
              <a:cs typeface="Nunito Sans"/>
              <a:sym typeface="Nunito Sans"/>
            </a:endParaRPr>
          </a:p>
          <a:p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575187" y="4991100"/>
            <a:ext cx="89612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Nunito Sans" pitchFamily="2" charset="0"/>
              </a:rPr>
              <a:t>Advanced Analytics</a:t>
            </a:r>
            <a:r>
              <a:rPr lang="en-US" sz="2800" dirty="0">
                <a:solidFill>
                  <a:schemeClr val="bg1"/>
                </a:solidFill>
                <a:latin typeface="Nunito Sans" pitchFamily="2" charset="0"/>
              </a:rPr>
              <a:t> – Real-time dashboards, trends, and rejection analysis                  </a:t>
            </a:r>
          </a:p>
          <a:p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575187" y="6667500"/>
            <a:ext cx="89563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Nunito Sans" pitchFamily="2" charset="0"/>
              </a:rPr>
              <a:t>Real-Time Notifications</a:t>
            </a:r>
          </a:p>
          <a:p>
            <a:r>
              <a:rPr lang="en-US" sz="2800" dirty="0">
                <a:solidFill>
                  <a:schemeClr val="bg1"/>
                </a:solidFill>
                <a:latin typeface="Nunito Sans" pitchFamily="2" charset="0"/>
              </a:rPr>
              <a:t>Instant alerts for failed component verification, material shortages, incorrect parts, and production-readiness issues.</a:t>
            </a:r>
          </a:p>
          <a:p>
            <a:endParaRPr lang="en-IN" sz="2800" dirty="0"/>
          </a:p>
        </p:txBody>
      </p:sp>
      <p:sp>
        <p:nvSpPr>
          <p:cNvPr id="57" name="Shape 0"/>
          <p:cNvSpPr/>
          <p:nvPr/>
        </p:nvSpPr>
        <p:spPr>
          <a:xfrm>
            <a:off x="478585" y="342900"/>
            <a:ext cx="2874215" cy="685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r>
              <a:rPr lang="en-US" sz="2400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79806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57D03-85A4-F130-987A-90F0FBD7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EA376BBC-74C4-24FC-B001-0BAB9834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9C354FA-F4B3-62AA-DBCF-2CF2AA0D8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BFC88AB-279C-44C2-F29D-CECA6C0CA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9CECE198-65AD-8C2F-7C84-321DB6D8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FC88AB-279C-44C2-F29D-CECA6C0CA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103999634"/>
              </p:ext>
            </p:extLst>
          </p:nvPr>
        </p:nvGraphicFramePr>
        <p:xfrm>
          <a:off x="914399" y="-2528760"/>
          <a:ext cx="16535401" cy="18290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2000" y="5425143"/>
            <a:ext cx="327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Centralized BOM matching delivers 99% verification accuracy.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229100" y="4610100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only platform that generates its own QR codes.</a:t>
            </a:r>
          </a:p>
          <a:p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7658100" y="3693224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Cuts assembly mapping mistakes by up to </a:t>
            </a:r>
          </a:p>
          <a:p>
            <a:r>
              <a:rPr lang="en-US" sz="2400" dirty="0"/>
              <a:t>80%.</a:t>
            </a:r>
          </a:p>
          <a:p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1087100" y="3409771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Fixed pricing of ₹3–8 lakh per year.</a:t>
            </a:r>
          </a:p>
          <a:p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4249400" y="2247900"/>
            <a:ext cx="327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Rejection, replacement, and traceability handled natively.</a:t>
            </a:r>
          </a:p>
          <a:p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496460" y="1104814"/>
            <a:ext cx="8648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Why Customer Choose </a:t>
            </a:r>
            <a:r>
              <a:rPr lang="en-US" sz="4800" b="1" dirty="0" err="1"/>
              <a:t>Precheck</a:t>
            </a:r>
            <a:endParaRPr lang="en-IN" sz="4800" b="1" dirty="0"/>
          </a:p>
        </p:txBody>
      </p:sp>
      <p:sp>
        <p:nvSpPr>
          <p:cNvPr id="18" name="Shape 0"/>
          <p:cNvSpPr/>
          <p:nvPr/>
        </p:nvSpPr>
        <p:spPr>
          <a:xfrm>
            <a:off x="478585" y="190500"/>
            <a:ext cx="3255215" cy="838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4591">
                  <a:alpha val="100000"/>
                </a:srgbClr>
              </a:gs>
              <a:gs pos="100000">
                <a:srgbClr val="2A54A5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pPr algn="ctr"/>
            <a:r>
              <a:rPr lang="en-US" sz="2400" b="1" dirty="0">
                <a:latin typeface="Nunito Sans" charset="0"/>
              </a:rPr>
              <a:t>Value Delivered</a:t>
            </a:r>
          </a:p>
        </p:txBody>
      </p:sp>
    </p:spTree>
    <p:extLst>
      <p:ext uri="{BB962C8B-B14F-4D97-AF65-F5344CB8AC3E}">
        <p14:creationId xmlns:p14="http://schemas.microsoft.com/office/powerpoint/2010/main" val="365798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9BB2FB"/>
            </a:gs>
            <a:gs pos="83000">
              <a:srgbClr val="9BB2FB"/>
            </a:gs>
            <a:gs pos="100000">
              <a:srgbClr val="D1DFF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212489-BA09-B7B3-AAC6-1B6E630B0BD6}"/>
              </a:ext>
            </a:extLst>
          </p:cNvPr>
          <p:cNvSpPr/>
          <p:nvPr/>
        </p:nvSpPr>
        <p:spPr>
          <a:xfrm>
            <a:off x="595987" y="6075999"/>
            <a:ext cx="16883695" cy="3059027"/>
          </a:xfrm>
          <a:prstGeom prst="rect">
            <a:avLst/>
          </a:prstGeom>
          <a:solidFill>
            <a:srgbClr val="D1D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6"/>
          <p:cNvSpPr txBox="1"/>
          <p:nvPr/>
        </p:nvSpPr>
        <p:spPr>
          <a:xfrm>
            <a:off x="1859082" y="4059585"/>
            <a:ext cx="288191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003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E-mail</a:t>
            </a:r>
          </a:p>
        </p:txBody>
      </p:sp>
      <p:sp>
        <p:nvSpPr>
          <p:cNvPr id="11" name="TextBox 7"/>
          <p:cNvSpPr txBox="1"/>
          <p:nvPr/>
        </p:nvSpPr>
        <p:spPr>
          <a:xfrm>
            <a:off x="1810055" y="4497072"/>
            <a:ext cx="4960048" cy="3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"/>
              </a:rPr>
              <a:t>contact@wingsbi.com</a:t>
            </a:r>
          </a:p>
        </p:txBody>
      </p:sp>
      <p:sp>
        <p:nvSpPr>
          <p:cNvPr id="12" name="TextBox 9"/>
          <p:cNvSpPr txBox="1"/>
          <p:nvPr/>
        </p:nvSpPr>
        <p:spPr>
          <a:xfrm>
            <a:off x="8131563" y="4097858"/>
            <a:ext cx="269700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3000" b="1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Telephone</a:t>
            </a:r>
          </a:p>
        </p:txBody>
      </p:sp>
      <p:sp>
        <p:nvSpPr>
          <p:cNvPr id="13" name="TextBox 10"/>
          <p:cNvSpPr txBox="1"/>
          <p:nvPr/>
        </p:nvSpPr>
        <p:spPr>
          <a:xfrm>
            <a:off x="8127992" y="4598194"/>
            <a:ext cx="3759208" cy="396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800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"/>
              </a:rPr>
              <a:t>+91-91582 29246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13990508" y="4030499"/>
            <a:ext cx="256053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3000" b="1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Website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13990508" y="4559832"/>
            <a:ext cx="3904800" cy="3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800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"/>
              </a:rPr>
              <a:t>www.wingsbi.com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225" y="1127555"/>
            <a:ext cx="12253551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 dirty="0">
                <a:solidFill>
                  <a:schemeClr val="bg1"/>
                </a:solidFill>
                <a:latin typeface="Nunito Sans"/>
                <a:ea typeface="Nunito Sans"/>
                <a:cs typeface="Nunito Sans"/>
                <a:sym typeface="Poppins Medium Bold"/>
              </a:rPr>
              <a:t>Looking forward to hearing back 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299" y="6438900"/>
            <a:ext cx="15904423" cy="1758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3600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At </a:t>
            </a:r>
            <a:r>
              <a:rPr lang="en-US" sz="3600" dirty="0" err="1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WingsBI</a:t>
            </a:r>
            <a:r>
              <a:rPr lang="en-US" sz="3600" dirty="0">
                <a:solidFill>
                  <a:schemeClr val="bg1"/>
                </a:solidFill>
                <a:latin typeface="Nunito Sans" pitchFamily="2" charset="0"/>
                <a:ea typeface="Nunito Sans"/>
                <a:cs typeface="Nunito Sans"/>
                <a:sym typeface="Poppins Light Bold"/>
              </a:rPr>
              <a:t>, we are not just transforming businesses; we are shaping the future of industries with cutting-edge AI-powered solutions. Our dedication to innovation and data-driven insights ensures that every client achieves unprecedented growth and success in today's competitive landscape.</a:t>
            </a:r>
          </a:p>
        </p:txBody>
      </p:sp>
    </p:spTree>
    <p:extLst>
      <p:ext uri="{BB962C8B-B14F-4D97-AF65-F5344CB8AC3E}">
        <p14:creationId xmlns:p14="http://schemas.microsoft.com/office/powerpoint/2010/main" val="2481994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57D03-85A4-F130-987A-90F0FBD7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4" name="Rectangle 323">
            <a:extLst>
              <a:ext uri="{FF2B5EF4-FFF2-40B4-BE49-F238E27FC236}">
                <a16:creationId xmlns:a16="http://schemas.microsoft.com/office/drawing/2014/main" id="{EA376BBC-74C4-24FC-B001-0BAB9834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9C354FA-F4B3-62AA-DBCF-2CF2AA0D8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BFC88AB-279C-44C2-F29D-CECA6C0CA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9CECE198-65AD-8C2F-7C84-321DB6D8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FC88AB-279C-44C2-F29D-CECA6C0CA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81400" y="1638300"/>
            <a:ext cx="110490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600" dirty="0"/>
              <a:t>Thank You</a:t>
            </a:r>
            <a:endParaRPr lang="en-IN" sz="16600" dirty="0"/>
          </a:p>
        </p:txBody>
      </p:sp>
    </p:spTree>
    <p:extLst>
      <p:ext uri="{BB962C8B-B14F-4D97-AF65-F5344CB8AC3E}">
        <p14:creationId xmlns:p14="http://schemas.microsoft.com/office/powerpoint/2010/main" val="207861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9399</TotalTime>
  <Words>699</Words>
  <Application>Microsoft Office PowerPoint</Application>
  <PresentationFormat>Custom</PresentationFormat>
  <Paragraphs>141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Nunito Sans Bold</vt:lpstr>
      <vt:lpstr>Calibri</vt:lpstr>
      <vt:lpstr>Nunito Sans</vt:lpstr>
      <vt:lpstr>Wingdings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Wings BI</dc:title>
  <dc:creator>DELL</dc:creator>
  <cp:lastModifiedBy>Wingsbi Tech Assist</cp:lastModifiedBy>
  <cp:revision>70</cp:revision>
  <dcterms:created xsi:type="dcterms:W3CDTF">2006-08-16T00:00:00Z</dcterms:created>
  <dcterms:modified xsi:type="dcterms:W3CDTF">2026-08-17T04:48:02Z</dcterms:modified>
  <dc:identifier>DAGING_ml7Y</dc:identifier>
</cp:coreProperties>
</file>